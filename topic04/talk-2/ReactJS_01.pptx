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679" r:id="rId2"/>
    <p:sldId id="594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2045" autoAdjust="0"/>
  </p:normalViewPr>
  <p:slideViewPr>
    <p:cSldViewPr>
      <p:cViewPr varScale="1">
        <p:scale>
          <a:sx n="80" d="100"/>
          <a:sy n="80" d="100"/>
        </p:scale>
        <p:origin x="153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C36C520-98C5-907F-5E3B-CFD72C256B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03E93E6-DEEC-F4F8-DAC8-99C6C691EF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664D733-B5EB-8215-4043-90D62CC70F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4B71BBAA-FAAD-CAD6-E4F5-80850E04FD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3896649-3404-66F5-A615-D544AC3B22E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01619DA4-3E82-E83C-6536-323AA2323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9B5789E-C2A1-4F06-AD49-D6F9F59FBA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DCAC3C-8CEB-2DC4-B1C4-B054AF3BB3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EDF0A1-91B4-DCA4-00D5-F32A3488F5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B0A90-DBF6-0496-8495-0D5A24918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020D2-2BF6-49CA-90B7-49C64759FC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2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FE69D-0692-57C7-6CF7-FD6675CA8E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A6078B-279C-060D-FA23-32E2541E4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98B6A2-F994-455D-EC86-AA35D31856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0FD76-2600-470C-B220-FCD85C8E16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71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AB5B60-5E70-2793-D663-89EB83378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DDA92E-5AD2-D0A0-1FFE-9A2F75FC3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B3A473-E8C4-62CB-0078-919A260EC4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310F8-678A-4CCD-9011-EC89267EF9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64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F7271-BF35-C6FB-8535-1AEFF6FB7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D9C61-CB4C-EBB5-A86F-E139D91783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5033B-9A8C-2E81-A28C-37E6C743E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FC9AB-7780-4925-9113-F166AE943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88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F255F5-A0E9-3203-E31A-6C55F01D00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AC3C23B-23E5-A773-3240-08A3997E2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186354-6450-081E-8CB7-2919E23D16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E753F-9DF2-4429-B732-01A0D9F790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48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31295F0-206B-596F-5026-D555AAA33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49AE1D-A07B-1D98-CC8C-72A72CDC1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EF6B31-CBE4-BF23-8161-06580DDA91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525B3-71AC-4963-81CC-476B7FE86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89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B624AA2-02FF-CA5D-F444-3D6D82BB0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7B7697-4918-E7B1-698C-2422F3199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05B89D-73D0-5568-F271-60638419E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45493-4DFD-48CE-B16B-51EAE34151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96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64AD7-EC52-B387-16BB-A3AC6A295F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C383D-810C-4004-31B5-BB289BE049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49CD3F-FDDE-2330-AD88-F1C0C2932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051C0-D0C3-46A2-8DD8-2EC8E5C38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2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94987-4571-63E7-A934-3472F2898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C234E-49A4-B932-C44F-9022799868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28F58-7B12-0995-1D2D-9E3CF78086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84A79-2C5D-45ED-A6A5-1FF48B1A53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5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C11314-3FF4-0961-7D99-547622C0B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D633F-75E0-5231-3740-452A50B0CC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8B562A-2C8E-F7D8-F9C7-86432D8B3E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BE005-0825-468C-AA99-4AB4DD8BA5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32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77DF65-A5AD-8727-8CBC-C3FC89A7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86BA96-1802-458A-C0E1-623100BAE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9A3FD2-D7D7-99B7-FAA6-8B3772BDE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6A2D5-EAC8-4371-8A68-90031EF610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43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AEBEA2-D9EB-CC8D-A919-64363336C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A56DD5-BDC5-53E8-80C5-F964BD14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B3E009-3B8B-F744-6A03-F273E005F2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FB350D-6452-8CB9-B03B-8BDD92C575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7C7E1B-36B3-9FED-8D96-F7F1BB8C79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E8ADBAE-735E-4A49-8731-3E835CBBF1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0B306-F194-E843-F97E-3972DB64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sz="6600" kern="1200" dirty="0">
                <a:solidFill>
                  <a:schemeClr val="tx1"/>
                </a:solidFill>
                <a:ea typeface="+mj-ea"/>
                <a:cs typeface="+mj-cs"/>
              </a:rPr>
              <a:t>Developer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2160-2F9E-4EA0-D923-12D5C8130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81" y="5647503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ea typeface="+mn-ea"/>
                <a:cs typeface="+mn-cs"/>
              </a:rPr>
              <a:t>Introduction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7C267-6C70-108A-58C2-6BE26BCF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92" y="1245354"/>
            <a:ext cx="5614416" cy="1908900"/>
          </a:xfrm>
          <a:prstGeom prst="rect">
            <a:avLst/>
          </a:prstGeom>
        </p:spPr>
      </p:pic>
      <p:sp>
        <p:nvSpPr>
          <p:cNvPr id="3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68C53-ACAD-5E7F-4852-A93BF649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6E310F8-678A-4CCD-9011-EC89267EF9E0}" type="slidenum">
              <a:rPr lang="en-US" altLang="en-US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9451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8375300F-BC54-43B4-2662-F5E710BB3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React Developer Tools - </a:t>
            </a:r>
            <a:r>
              <a:rPr lang="en-US" altLang="en-US" dirty="0" err="1">
                <a:ea typeface="ＭＳ Ｐゴシック" panose="020B0600070205080204" pitchFamily="34" charset="-128"/>
              </a:rPr>
              <a:t>Vite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F7D46D75-0D14-666A-51C8-E9B8B8B17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Features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sz="2000" b="0" dirty="0">
                <a:ea typeface="ＭＳ Ｐゴシック" panose="020B0600070205080204" pitchFamily="34" charset="-128"/>
              </a:rPr>
              <a:t>Scaffolding/Generator.</a:t>
            </a:r>
          </a:p>
          <a:p>
            <a:pPr lvl="1"/>
            <a:r>
              <a:rPr lang="en-US" altLang="en-US" sz="2000" b="0" dirty="0">
                <a:ea typeface="ＭＳ Ｐゴシック" panose="020B0600070205080204" pitchFamily="34" charset="-128"/>
              </a:rPr>
              <a:t>Development web server: auto-</a:t>
            </a:r>
            <a:r>
              <a:rPr lang="en-US" altLang="en-US" sz="2000" b="0" dirty="0" err="1">
                <a:ea typeface="ＭＳ Ｐゴシック" panose="020B0600070205080204" pitchFamily="34" charset="-128"/>
              </a:rPr>
              <a:t>transpilation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 on file change + live reloading (HMR – Hot Module Replacement).</a:t>
            </a:r>
          </a:p>
          <a:p>
            <a:pPr lvl="1"/>
            <a:r>
              <a:rPr lang="en-US" altLang="en-US" sz="2000" b="0" dirty="0">
                <a:ea typeface="ＭＳ Ｐゴシック" panose="020B0600070205080204" pitchFamily="34" charset="-128"/>
              </a:rPr>
              <a:t>Builder: build production standard version of app, i.e. minification, bundling.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47792851-979F-838C-2F87-9BAD53F7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B42AB8-BD47-411C-9C4B-5E6E0AC5806F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b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083D5-851E-4E90-2D3C-79890CFF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558382"/>
            <a:ext cx="7467984" cy="2540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ＭＳ Ｐゴシック</vt:lpstr>
      <vt:lpstr>Arial</vt:lpstr>
      <vt:lpstr>Default Design</vt:lpstr>
      <vt:lpstr>Developer Tools</vt:lpstr>
      <vt:lpstr>React Developer Tools - Vite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Frank Walsh</cp:lastModifiedBy>
  <cp:revision>153</cp:revision>
  <cp:lastPrinted>2020-10-14T07:09:56Z</cp:lastPrinted>
  <dcterms:created xsi:type="dcterms:W3CDTF">2019-05-23T14:49:22Z</dcterms:created>
  <dcterms:modified xsi:type="dcterms:W3CDTF">2026-02-20T11:19:18Z</dcterms:modified>
</cp:coreProperties>
</file>