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325" r:id="rId2"/>
    <p:sldId id="627" r:id="rId3"/>
    <p:sldId id="552" r:id="rId4"/>
    <p:sldId id="264" r:id="rId5"/>
    <p:sldId id="531" r:id="rId6"/>
    <p:sldId id="571" r:id="rId7"/>
    <p:sldId id="677" r:id="rId8"/>
    <p:sldId id="632" r:id="rId9"/>
    <p:sldId id="572" r:id="rId10"/>
    <p:sldId id="674" r:id="rId11"/>
    <p:sldId id="591" r:id="rId12"/>
    <p:sldId id="615" r:id="rId13"/>
    <p:sldId id="541" r:id="rId14"/>
    <p:sldId id="610" r:id="rId15"/>
    <p:sldId id="609" r:id="rId16"/>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4136" autoAdjust="0"/>
    <p:restoredTop sz="72045" autoAdjust="0"/>
  </p:normalViewPr>
  <p:slideViewPr>
    <p:cSldViewPr>
      <p:cViewPr>
        <p:scale>
          <a:sx n="76" d="100"/>
          <a:sy n="76" d="100"/>
        </p:scale>
        <p:origin x="292" y="148"/>
      </p:cViewPr>
      <p:guideLst>
        <p:guide orient="horz" pos="2160"/>
        <p:guide pos="3840"/>
      </p:guideLst>
    </p:cSldViewPr>
  </p:slideViewPr>
  <p:notesTextViewPr>
    <p:cViewPr>
      <p:scale>
        <a:sx n="100" d="100"/>
        <a:sy n="100" d="100"/>
      </p:scale>
      <p:origin x="0" y="0"/>
    </p:cViewPr>
  </p:notesTextViewPr>
  <p:sorterViewPr>
    <p:cViewPr>
      <p:scale>
        <a:sx n="66" d="100"/>
        <a:sy n="66" d="100"/>
      </p:scale>
      <p:origin x="0" y="5576"/>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CD30A8D-F1B9-41BD-9173-049264EDAF02}" type="doc">
      <dgm:prSet loTypeId="urn:microsoft.com/office/officeart/2008/layout/LinedList" loCatId="list" qsTypeId="urn:microsoft.com/office/officeart/2005/8/quickstyle/simple1" qsCatId="simple" csTypeId="urn:microsoft.com/office/officeart/2005/8/colors/colorful5" csCatId="colorful" phldr="1"/>
      <dgm:spPr/>
      <dgm:t>
        <a:bodyPr/>
        <a:lstStyle/>
        <a:p>
          <a:endParaRPr lang="en-US"/>
        </a:p>
      </dgm:t>
    </dgm:pt>
    <dgm:pt modelId="{8D61BC1D-E620-44A1-9E62-83A406AA8D45}">
      <dgm:prSet/>
      <dgm:spPr/>
      <dgm:t>
        <a:bodyPr/>
        <a:lstStyle/>
        <a:p>
          <a:r>
            <a:rPr lang="en-US" dirty="0"/>
            <a:t>Background.</a:t>
          </a:r>
        </a:p>
      </dgm:t>
    </dgm:pt>
    <dgm:pt modelId="{C0833E6C-C969-447A-B3F6-C9F6D55BC67F}" type="parTrans" cxnId="{C8E2BC74-7873-4717-B439-A323B712A156}">
      <dgm:prSet/>
      <dgm:spPr/>
      <dgm:t>
        <a:bodyPr/>
        <a:lstStyle/>
        <a:p>
          <a:endParaRPr lang="en-US"/>
        </a:p>
      </dgm:t>
    </dgm:pt>
    <dgm:pt modelId="{BBB867D6-A248-4DCE-BD09-96524A49D413}" type="sibTrans" cxnId="{C8E2BC74-7873-4717-B439-A323B712A156}">
      <dgm:prSet/>
      <dgm:spPr/>
      <dgm:t>
        <a:bodyPr/>
        <a:lstStyle/>
        <a:p>
          <a:endParaRPr lang="en-US"/>
        </a:p>
      </dgm:t>
    </dgm:pt>
    <dgm:pt modelId="{A07A45DD-9E6F-4829-8EFC-07B658212489}">
      <dgm:prSet/>
      <dgm:spPr/>
      <dgm:t>
        <a:bodyPr/>
        <a:lstStyle/>
        <a:p>
          <a:r>
            <a:rPr lang="en-US"/>
            <a:t>The V in MVC</a:t>
          </a:r>
        </a:p>
      </dgm:t>
    </dgm:pt>
    <dgm:pt modelId="{0297EBB9-BC43-40BA-A7DB-00B33C344A4C}" type="parTrans" cxnId="{2BC06932-1EFD-46EE-BEF9-973C0255A9A9}">
      <dgm:prSet/>
      <dgm:spPr/>
      <dgm:t>
        <a:bodyPr/>
        <a:lstStyle/>
        <a:p>
          <a:endParaRPr lang="en-US"/>
        </a:p>
      </dgm:t>
    </dgm:pt>
    <dgm:pt modelId="{87F619CB-F3E0-45F5-84AE-0A2C5D1A0361}" type="sibTrans" cxnId="{2BC06932-1EFD-46EE-BEF9-973C0255A9A9}">
      <dgm:prSet/>
      <dgm:spPr/>
      <dgm:t>
        <a:bodyPr/>
        <a:lstStyle/>
        <a:p>
          <a:endParaRPr lang="en-US"/>
        </a:p>
      </dgm:t>
    </dgm:pt>
    <dgm:pt modelId="{50FF6EC8-6CE2-4833-AF34-1196640265B0}">
      <dgm:prSet/>
      <dgm:spPr/>
      <dgm:t>
        <a:bodyPr/>
        <a:lstStyle/>
        <a:p>
          <a:r>
            <a:rPr lang="en-US" dirty="0"/>
            <a:t>TSX (Typescript Extension Syntax).</a:t>
          </a:r>
        </a:p>
      </dgm:t>
    </dgm:pt>
    <dgm:pt modelId="{80D2A28A-C756-4155-974A-2CE554A5CFAB}" type="parTrans" cxnId="{2FEB35B4-7301-423A-846D-DE77D8736ABE}">
      <dgm:prSet/>
      <dgm:spPr/>
      <dgm:t>
        <a:bodyPr/>
        <a:lstStyle/>
        <a:p>
          <a:endParaRPr lang="en-US"/>
        </a:p>
      </dgm:t>
    </dgm:pt>
    <dgm:pt modelId="{AD99C5B0-1D0C-4B28-A1C6-F45B1F250571}" type="sibTrans" cxnId="{2FEB35B4-7301-423A-846D-DE77D8736ABE}">
      <dgm:prSet/>
      <dgm:spPr/>
      <dgm:t>
        <a:bodyPr/>
        <a:lstStyle/>
        <a:p>
          <a:endParaRPr lang="en-US"/>
        </a:p>
      </dgm:t>
    </dgm:pt>
    <dgm:pt modelId="{0ACF323E-7B8F-4AF7-A8A7-6E39BEE10F47}">
      <dgm:prSet/>
      <dgm:spPr/>
      <dgm:t>
        <a:bodyPr/>
        <a:lstStyle/>
        <a:p>
          <a:r>
            <a:rPr lang="en-US" dirty="0"/>
            <a:t>Developer tools..</a:t>
          </a:r>
        </a:p>
      </dgm:t>
    </dgm:pt>
    <dgm:pt modelId="{83073247-BC4C-490E-B305-C70ADF8E1346}" type="parTrans" cxnId="{0606E767-0206-41A1-8E5F-F44DE608929A}">
      <dgm:prSet/>
      <dgm:spPr/>
      <dgm:t>
        <a:bodyPr/>
        <a:lstStyle/>
        <a:p>
          <a:endParaRPr lang="en-US"/>
        </a:p>
      </dgm:t>
    </dgm:pt>
    <dgm:pt modelId="{575BCE44-BE22-4D8A-8A65-6A4D0504FE8E}" type="sibTrans" cxnId="{0606E767-0206-41A1-8E5F-F44DE608929A}">
      <dgm:prSet/>
      <dgm:spPr/>
      <dgm:t>
        <a:bodyPr/>
        <a:lstStyle/>
        <a:p>
          <a:endParaRPr lang="en-US"/>
        </a:p>
      </dgm:t>
    </dgm:pt>
    <dgm:pt modelId="{3AF6F45F-844F-41AA-AAD4-E2264C72E11D}">
      <dgm:prSet/>
      <dgm:spPr/>
      <dgm:t>
        <a:bodyPr/>
        <a:lstStyle/>
        <a:p>
          <a:r>
            <a:rPr lang="en-US" dirty="0"/>
            <a:t>React Component basics.</a:t>
          </a:r>
        </a:p>
      </dgm:t>
    </dgm:pt>
    <dgm:pt modelId="{3E3311DE-D94A-4BFE-AFB0-E13794A29FBF}" type="parTrans" cxnId="{F10AD739-FBA5-4F24-9200-E8A50E2F2AE7}">
      <dgm:prSet/>
      <dgm:spPr/>
      <dgm:t>
        <a:bodyPr/>
        <a:lstStyle/>
        <a:p>
          <a:endParaRPr lang="en-US"/>
        </a:p>
      </dgm:t>
    </dgm:pt>
    <dgm:pt modelId="{9479D76B-E424-42CE-AAB7-8B8E5FB9B500}" type="sibTrans" cxnId="{F10AD739-FBA5-4F24-9200-E8A50E2F2AE7}">
      <dgm:prSet/>
      <dgm:spPr/>
      <dgm:t>
        <a:bodyPr/>
        <a:lstStyle/>
        <a:p>
          <a:endParaRPr lang="en-US"/>
        </a:p>
      </dgm:t>
    </dgm:pt>
    <dgm:pt modelId="{5FBDC38D-1805-439A-AC52-DBF7F0341BBD}">
      <dgm:prSet/>
      <dgm:spPr/>
      <dgm:t>
        <a:bodyPr/>
        <a:lstStyle/>
        <a:p>
          <a:r>
            <a:rPr lang="en-US" dirty="0"/>
            <a:t>Material Design.</a:t>
          </a:r>
        </a:p>
      </dgm:t>
    </dgm:pt>
    <dgm:pt modelId="{0A1783D9-1D8F-47C7-B550-421EF11416C3}" type="parTrans" cxnId="{F938B21E-E6F8-4B83-8B32-9E5B2087E2EA}">
      <dgm:prSet/>
      <dgm:spPr/>
      <dgm:t>
        <a:bodyPr/>
        <a:lstStyle/>
        <a:p>
          <a:endParaRPr lang="en-US"/>
        </a:p>
      </dgm:t>
    </dgm:pt>
    <dgm:pt modelId="{849167E6-4363-486E-87C2-C2CB40A46C43}" type="sibTrans" cxnId="{F938B21E-E6F8-4B83-8B32-9E5B2087E2EA}">
      <dgm:prSet/>
      <dgm:spPr/>
      <dgm:t>
        <a:bodyPr/>
        <a:lstStyle/>
        <a:p>
          <a:endParaRPr lang="en-US"/>
        </a:p>
      </dgm:t>
    </dgm:pt>
    <dgm:pt modelId="{BD132D4E-0852-4C19-A74F-BCB5DAF6B76A}" type="pres">
      <dgm:prSet presAssocID="{7CD30A8D-F1B9-41BD-9173-049264EDAF02}" presName="vert0" presStyleCnt="0">
        <dgm:presLayoutVars>
          <dgm:dir/>
          <dgm:animOne val="branch"/>
          <dgm:animLvl val="lvl"/>
        </dgm:presLayoutVars>
      </dgm:prSet>
      <dgm:spPr/>
    </dgm:pt>
    <dgm:pt modelId="{4B110B69-255F-4AE7-BEA3-A546319F4DBD}" type="pres">
      <dgm:prSet presAssocID="{8D61BC1D-E620-44A1-9E62-83A406AA8D45}" presName="thickLine" presStyleLbl="alignNode1" presStyleIdx="0" presStyleCnt="6"/>
      <dgm:spPr/>
    </dgm:pt>
    <dgm:pt modelId="{C06D2206-5BA4-4B1B-B486-08AED9AA2349}" type="pres">
      <dgm:prSet presAssocID="{8D61BC1D-E620-44A1-9E62-83A406AA8D45}" presName="horz1" presStyleCnt="0"/>
      <dgm:spPr/>
    </dgm:pt>
    <dgm:pt modelId="{9DEA5939-5635-4915-81C2-1FBC37AE78E3}" type="pres">
      <dgm:prSet presAssocID="{8D61BC1D-E620-44A1-9E62-83A406AA8D45}" presName="tx1" presStyleLbl="revTx" presStyleIdx="0" presStyleCnt="6"/>
      <dgm:spPr/>
    </dgm:pt>
    <dgm:pt modelId="{F4F69113-A885-4EE3-A02E-C8F1B9FED391}" type="pres">
      <dgm:prSet presAssocID="{8D61BC1D-E620-44A1-9E62-83A406AA8D45}" presName="vert1" presStyleCnt="0"/>
      <dgm:spPr/>
    </dgm:pt>
    <dgm:pt modelId="{9D146B9B-B120-424E-A666-D52EBA2C8FFD}" type="pres">
      <dgm:prSet presAssocID="{A07A45DD-9E6F-4829-8EFC-07B658212489}" presName="thickLine" presStyleLbl="alignNode1" presStyleIdx="1" presStyleCnt="6"/>
      <dgm:spPr/>
    </dgm:pt>
    <dgm:pt modelId="{CC01D402-58FB-4894-A960-539A6DEEAE9C}" type="pres">
      <dgm:prSet presAssocID="{A07A45DD-9E6F-4829-8EFC-07B658212489}" presName="horz1" presStyleCnt="0"/>
      <dgm:spPr/>
    </dgm:pt>
    <dgm:pt modelId="{CD82FBB0-51A7-4DE9-9EE0-C14F346E3E3C}" type="pres">
      <dgm:prSet presAssocID="{A07A45DD-9E6F-4829-8EFC-07B658212489}" presName="tx1" presStyleLbl="revTx" presStyleIdx="1" presStyleCnt="6"/>
      <dgm:spPr/>
    </dgm:pt>
    <dgm:pt modelId="{0B842256-899E-4105-A2B4-10935D71DD79}" type="pres">
      <dgm:prSet presAssocID="{A07A45DD-9E6F-4829-8EFC-07B658212489}" presName="vert1" presStyleCnt="0"/>
      <dgm:spPr/>
    </dgm:pt>
    <dgm:pt modelId="{930F532C-BE4B-42AF-AFA9-0AD079BF6216}" type="pres">
      <dgm:prSet presAssocID="{50FF6EC8-6CE2-4833-AF34-1196640265B0}" presName="thickLine" presStyleLbl="alignNode1" presStyleIdx="2" presStyleCnt="6"/>
      <dgm:spPr/>
    </dgm:pt>
    <dgm:pt modelId="{A88A925C-B6BE-4F89-8469-F3C5278EA44C}" type="pres">
      <dgm:prSet presAssocID="{50FF6EC8-6CE2-4833-AF34-1196640265B0}" presName="horz1" presStyleCnt="0"/>
      <dgm:spPr/>
    </dgm:pt>
    <dgm:pt modelId="{27ECE005-76C8-4902-BDA6-D25FC368E2A3}" type="pres">
      <dgm:prSet presAssocID="{50FF6EC8-6CE2-4833-AF34-1196640265B0}" presName="tx1" presStyleLbl="revTx" presStyleIdx="2" presStyleCnt="6"/>
      <dgm:spPr/>
    </dgm:pt>
    <dgm:pt modelId="{6CD31674-5A6D-4767-B334-6C0337A738D6}" type="pres">
      <dgm:prSet presAssocID="{50FF6EC8-6CE2-4833-AF34-1196640265B0}" presName="vert1" presStyleCnt="0"/>
      <dgm:spPr/>
    </dgm:pt>
    <dgm:pt modelId="{6A39C706-48EE-4D32-89B3-719581A9C8B9}" type="pres">
      <dgm:prSet presAssocID="{0ACF323E-7B8F-4AF7-A8A7-6E39BEE10F47}" presName="thickLine" presStyleLbl="alignNode1" presStyleIdx="3" presStyleCnt="6"/>
      <dgm:spPr/>
    </dgm:pt>
    <dgm:pt modelId="{89FFAA7F-5A52-428C-92E1-8DE03B4C4877}" type="pres">
      <dgm:prSet presAssocID="{0ACF323E-7B8F-4AF7-A8A7-6E39BEE10F47}" presName="horz1" presStyleCnt="0"/>
      <dgm:spPr/>
    </dgm:pt>
    <dgm:pt modelId="{A9EB587B-E4C6-432F-8A4F-D5026836ED78}" type="pres">
      <dgm:prSet presAssocID="{0ACF323E-7B8F-4AF7-A8A7-6E39BEE10F47}" presName="tx1" presStyleLbl="revTx" presStyleIdx="3" presStyleCnt="6"/>
      <dgm:spPr/>
    </dgm:pt>
    <dgm:pt modelId="{556677D3-848F-4AFB-A4FA-1C7D98EC17A3}" type="pres">
      <dgm:prSet presAssocID="{0ACF323E-7B8F-4AF7-A8A7-6E39BEE10F47}" presName="vert1" presStyleCnt="0"/>
      <dgm:spPr/>
    </dgm:pt>
    <dgm:pt modelId="{5BBF008C-9BE7-423D-91FF-AECB5E998A61}" type="pres">
      <dgm:prSet presAssocID="{3AF6F45F-844F-41AA-AAD4-E2264C72E11D}" presName="thickLine" presStyleLbl="alignNode1" presStyleIdx="4" presStyleCnt="6"/>
      <dgm:spPr/>
    </dgm:pt>
    <dgm:pt modelId="{484A41A3-9E6F-404F-8A67-EEAC48E8F4B6}" type="pres">
      <dgm:prSet presAssocID="{3AF6F45F-844F-41AA-AAD4-E2264C72E11D}" presName="horz1" presStyleCnt="0"/>
      <dgm:spPr/>
    </dgm:pt>
    <dgm:pt modelId="{346519F8-C363-4F8A-96C2-06C038732F03}" type="pres">
      <dgm:prSet presAssocID="{3AF6F45F-844F-41AA-AAD4-E2264C72E11D}" presName="tx1" presStyleLbl="revTx" presStyleIdx="4" presStyleCnt="6"/>
      <dgm:spPr/>
    </dgm:pt>
    <dgm:pt modelId="{D8B99076-EA98-4615-98B7-E6A7F0FFDB4B}" type="pres">
      <dgm:prSet presAssocID="{3AF6F45F-844F-41AA-AAD4-E2264C72E11D}" presName="vert1" presStyleCnt="0"/>
      <dgm:spPr/>
    </dgm:pt>
    <dgm:pt modelId="{C2D5D4F7-3BFB-49C8-B40E-56E70F12A4F1}" type="pres">
      <dgm:prSet presAssocID="{5FBDC38D-1805-439A-AC52-DBF7F0341BBD}" presName="thickLine" presStyleLbl="alignNode1" presStyleIdx="5" presStyleCnt="6"/>
      <dgm:spPr/>
    </dgm:pt>
    <dgm:pt modelId="{3FF22BA7-62C3-4F0A-9EBB-9A97298BB0D3}" type="pres">
      <dgm:prSet presAssocID="{5FBDC38D-1805-439A-AC52-DBF7F0341BBD}" presName="horz1" presStyleCnt="0"/>
      <dgm:spPr/>
    </dgm:pt>
    <dgm:pt modelId="{8565116B-E285-4BBA-A4B7-ABA2929AA82A}" type="pres">
      <dgm:prSet presAssocID="{5FBDC38D-1805-439A-AC52-DBF7F0341BBD}" presName="tx1" presStyleLbl="revTx" presStyleIdx="5" presStyleCnt="6"/>
      <dgm:spPr/>
    </dgm:pt>
    <dgm:pt modelId="{44F2591A-89A3-4313-96F4-15D67AF28B4B}" type="pres">
      <dgm:prSet presAssocID="{5FBDC38D-1805-439A-AC52-DBF7F0341BBD}" presName="vert1" presStyleCnt="0"/>
      <dgm:spPr/>
    </dgm:pt>
  </dgm:ptLst>
  <dgm:cxnLst>
    <dgm:cxn modelId="{F938B21E-E6F8-4B83-8B32-9E5B2087E2EA}" srcId="{7CD30A8D-F1B9-41BD-9173-049264EDAF02}" destId="{5FBDC38D-1805-439A-AC52-DBF7F0341BBD}" srcOrd="5" destOrd="0" parTransId="{0A1783D9-1D8F-47C7-B550-421EF11416C3}" sibTransId="{849167E6-4363-486E-87C2-C2CB40A46C43}"/>
    <dgm:cxn modelId="{2FD08B29-3B74-4F41-BD9B-22882FE134EE}" type="presOf" srcId="{8D61BC1D-E620-44A1-9E62-83A406AA8D45}" destId="{9DEA5939-5635-4915-81C2-1FBC37AE78E3}" srcOrd="0" destOrd="0" presId="urn:microsoft.com/office/officeart/2008/layout/LinedList"/>
    <dgm:cxn modelId="{2BC06932-1EFD-46EE-BEF9-973C0255A9A9}" srcId="{7CD30A8D-F1B9-41BD-9173-049264EDAF02}" destId="{A07A45DD-9E6F-4829-8EFC-07B658212489}" srcOrd="1" destOrd="0" parTransId="{0297EBB9-BC43-40BA-A7DB-00B33C344A4C}" sibTransId="{87F619CB-F3E0-45F5-84AE-0A2C5D1A0361}"/>
    <dgm:cxn modelId="{96613D34-B6E5-4617-A603-83A9FECAD0B1}" type="presOf" srcId="{0ACF323E-7B8F-4AF7-A8A7-6E39BEE10F47}" destId="{A9EB587B-E4C6-432F-8A4F-D5026836ED78}" srcOrd="0" destOrd="0" presId="urn:microsoft.com/office/officeart/2008/layout/LinedList"/>
    <dgm:cxn modelId="{42432238-52A1-40F6-A031-6A3BD17810F5}" type="presOf" srcId="{5FBDC38D-1805-439A-AC52-DBF7F0341BBD}" destId="{8565116B-E285-4BBA-A4B7-ABA2929AA82A}" srcOrd="0" destOrd="0" presId="urn:microsoft.com/office/officeart/2008/layout/LinedList"/>
    <dgm:cxn modelId="{F10AD739-FBA5-4F24-9200-E8A50E2F2AE7}" srcId="{7CD30A8D-F1B9-41BD-9173-049264EDAF02}" destId="{3AF6F45F-844F-41AA-AAD4-E2264C72E11D}" srcOrd="4" destOrd="0" parTransId="{3E3311DE-D94A-4BFE-AFB0-E13794A29FBF}" sibTransId="{9479D76B-E424-42CE-AAB7-8B8E5FB9B500}"/>
    <dgm:cxn modelId="{0606E767-0206-41A1-8E5F-F44DE608929A}" srcId="{7CD30A8D-F1B9-41BD-9173-049264EDAF02}" destId="{0ACF323E-7B8F-4AF7-A8A7-6E39BEE10F47}" srcOrd="3" destOrd="0" parTransId="{83073247-BC4C-490E-B305-C70ADF8E1346}" sibTransId="{575BCE44-BE22-4D8A-8A65-6A4D0504FE8E}"/>
    <dgm:cxn modelId="{C8E2BC74-7873-4717-B439-A323B712A156}" srcId="{7CD30A8D-F1B9-41BD-9173-049264EDAF02}" destId="{8D61BC1D-E620-44A1-9E62-83A406AA8D45}" srcOrd="0" destOrd="0" parTransId="{C0833E6C-C969-447A-B3F6-C9F6D55BC67F}" sibTransId="{BBB867D6-A248-4DCE-BD09-96524A49D413}"/>
    <dgm:cxn modelId="{056B1B84-5B72-4B76-BC7C-9C1FBCD4B4FD}" type="presOf" srcId="{3AF6F45F-844F-41AA-AAD4-E2264C72E11D}" destId="{346519F8-C363-4F8A-96C2-06C038732F03}" srcOrd="0" destOrd="0" presId="urn:microsoft.com/office/officeart/2008/layout/LinedList"/>
    <dgm:cxn modelId="{2FEB35B4-7301-423A-846D-DE77D8736ABE}" srcId="{7CD30A8D-F1B9-41BD-9173-049264EDAF02}" destId="{50FF6EC8-6CE2-4833-AF34-1196640265B0}" srcOrd="2" destOrd="0" parTransId="{80D2A28A-C756-4155-974A-2CE554A5CFAB}" sibTransId="{AD99C5B0-1D0C-4B28-A1C6-F45B1F250571}"/>
    <dgm:cxn modelId="{60F66FDF-ED75-4A00-9707-9A45E42195F1}" type="presOf" srcId="{7CD30A8D-F1B9-41BD-9173-049264EDAF02}" destId="{BD132D4E-0852-4C19-A74F-BCB5DAF6B76A}" srcOrd="0" destOrd="0" presId="urn:microsoft.com/office/officeart/2008/layout/LinedList"/>
    <dgm:cxn modelId="{940DEDE8-D34E-42D3-90D6-D2E7E4841C66}" type="presOf" srcId="{50FF6EC8-6CE2-4833-AF34-1196640265B0}" destId="{27ECE005-76C8-4902-BDA6-D25FC368E2A3}" srcOrd="0" destOrd="0" presId="urn:microsoft.com/office/officeart/2008/layout/LinedList"/>
    <dgm:cxn modelId="{D15225F3-1432-4A6F-ABBA-B2C248A46A33}" type="presOf" srcId="{A07A45DD-9E6F-4829-8EFC-07B658212489}" destId="{CD82FBB0-51A7-4DE9-9EE0-C14F346E3E3C}" srcOrd="0" destOrd="0" presId="urn:microsoft.com/office/officeart/2008/layout/LinedList"/>
    <dgm:cxn modelId="{2737E919-412E-419F-9C77-0F8C04D6004B}" type="presParOf" srcId="{BD132D4E-0852-4C19-A74F-BCB5DAF6B76A}" destId="{4B110B69-255F-4AE7-BEA3-A546319F4DBD}" srcOrd="0" destOrd="0" presId="urn:microsoft.com/office/officeart/2008/layout/LinedList"/>
    <dgm:cxn modelId="{C69C104F-4D7F-4FED-AAF8-9DFF9E760B0D}" type="presParOf" srcId="{BD132D4E-0852-4C19-A74F-BCB5DAF6B76A}" destId="{C06D2206-5BA4-4B1B-B486-08AED9AA2349}" srcOrd="1" destOrd="0" presId="urn:microsoft.com/office/officeart/2008/layout/LinedList"/>
    <dgm:cxn modelId="{9039E814-3E34-450C-B9F1-B6562CE91BAB}" type="presParOf" srcId="{C06D2206-5BA4-4B1B-B486-08AED9AA2349}" destId="{9DEA5939-5635-4915-81C2-1FBC37AE78E3}" srcOrd="0" destOrd="0" presId="urn:microsoft.com/office/officeart/2008/layout/LinedList"/>
    <dgm:cxn modelId="{2B39A33B-7A8D-408B-A5EE-254458368A5D}" type="presParOf" srcId="{C06D2206-5BA4-4B1B-B486-08AED9AA2349}" destId="{F4F69113-A885-4EE3-A02E-C8F1B9FED391}" srcOrd="1" destOrd="0" presId="urn:microsoft.com/office/officeart/2008/layout/LinedList"/>
    <dgm:cxn modelId="{B2136464-E522-43F0-8EAD-2822D2283F3D}" type="presParOf" srcId="{BD132D4E-0852-4C19-A74F-BCB5DAF6B76A}" destId="{9D146B9B-B120-424E-A666-D52EBA2C8FFD}" srcOrd="2" destOrd="0" presId="urn:microsoft.com/office/officeart/2008/layout/LinedList"/>
    <dgm:cxn modelId="{9FB05682-865C-4947-B0CD-3B2F271E750C}" type="presParOf" srcId="{BD132D4E-0852-4C19-A74F-BCB5DAF6B76A}" destId="{CC01D402-58FB-4894-A960-539A6DEEAE9C}" srcOrd="3" destOrd="0" presId="urn:microsoft.com/office/officeart/2008/layout/LinedList"/>
    <dgm:cxn modelId="{3790DDAA-4E81-4333-B825-6519A5AE8453}" type="presParOf" srcId="{CC01D402-58FB-4894-A960-539A6DEEAE9C}" destId="{CD82FBB0-51A7-4DE9-9EE0-C14F346E3E3C}" srcOrd="0" destOrd="0" presId="urn:microsoft.com/office/officeart/2008/layout/LinedList"/>
    <dgm:cxn modelId="{50BC153E-FED4-4B82-98F6-D86F8F0DE41F}" type="presParOf" srcId="{CC01D402-58FB-4894-A960-539A6DEEAE9C}" destId="{0B842256-899E-4105-A2B4-10935D71DD79}" srcOrd="1" destOrd="0" presId="urn:microsoft.com/office/officeart/2008/layout/LinedList"/>
    <dgm:cxn modelId="{15A219D7-9C62-420E-A5AB-1AB22C86EA97}" type="presParOf" srcId="{BD132D4E-0852-4C19-A74F-BCB5DAF6B76A}" destId="{930F532C-BE4B-42AF-AFA9-0AD079BF6216}" srcOrd="4" destOrd="0" presId="urn:microsoft.com/office/officeart/2008/layout/LinedList"/>
    <dgm:cxn modelId="{C06BB51F-6974-4116-B00E-B840DC0D6785}" type="presParOf" srcId="{BD132D4E-0852-4C19-A74F-BCB5DAF6B76A}" destId="{A88A925C-B6BE-4F89-8469-F3C5278EA44C}" srcOrd="5" destOrd="0" presId="urn:microsoft.com/office/officeart/2008/layout/LinedList"/>
    <dgm:cxn modelId="{C0066F4A-47BD-4433-A314-045EA18EB014}" type="presParOf" srcId="{A88A925C-B6BE-4F89-8469-F3C5278EA44C}" destId="{27ECE005-76C8-4902-BDA6-D25FC368E2A3}" srcOrd="0" destOrd="0" presId="urn:microsoft.com/office/officeart/2008/layout/LinedList"/>
    <dgm:cxn modelId="{653C7FE7-9FB6-4177-BDDF-0357E635EA43}" type="presParOf" srcId="{A88A925C-B6BE-4F89-8469-F3C5278EA44C}" destId="{6CD31674-5A6D-4767-B334-6C0337A738D6}" srcOrd="1" destOrd="0" presId="urn:microsoft.com/office/officeart/2008/layout/LinedList"/>
    <dgm:cxn modelId="{27FCABC7-6BF2-45C0-BD85-164BF44460E5}" type="presParOf" srcId="{BD132D4E-0852-4C19-A74F-BCB5DAF6B76A}" destId="{6A39C706-48EE-4D32-89B3-719581A9C8B9}" srcOrd="6" destOrd="0" presId="urn:microsoft.com/office/officeart/2008/layout/LinedList"/>
    <dgm:cxn modelId="{EB0AB5CB-E274-4E07-8486-ED9D9E3120A3}" type="presParOf" srcId="{BD132D4E-0852-4C19-A74F-BCB5DAF6B76A}" destId="{89FFAA7F-5A52-428C-92E1-8DE03B4C4877}" srcOrd="7" destOrd="0" presId="urn:microsoft.com/office/officeart/2008/layout/LinedList"/>
    <dgm:cxn modelId="{D8B3BF9F-E3D9-45FF-B9E7-6B3233E5BACD}" type="presParOf" srcId="{89FFAA7F-5A52-428C-92E1-8DE03B4C4877}" destId="{A9EB587B-E4C6-432F-8A4F-D5026836ED78}" srcOrd="0" destOrd="0" presId="urn:microsoft.com/office/officeart/2008/layout/LinedList"/>
    <dgm:cxn modelId="{F0C51345-698F-4E92-A783-44283C0F7AA7}" type="presParOf" srcId="{89FFAA7F-5A52-428C-92E1-8DE03B4C4877}" destId="{556677D3-848F-4AFB-A4FA-1C7D98EC17A3}" srcOrd="1" destOrd="0" presId="urn:microsoft.com/office/officeart/2008/layout/LinedList"/>
    <dgm:cxn modelId="{8E858557-0AFF-4B21-BBEF-62A71120C0DA}" type="presParOf" srcId="{BD132D4E-0852-4C19-A74F-BCB5DAF6B76A}" destId="{5BBF008C-9BE7-423D-91FF-AECB5E998A61}" srcOrd="8" destOrd="0" presId="urn:microsoft.com/office/officeart/2008/layout/LinedList"/>
    <dgm:cxn modelId="{5CD4100C-4C12-4964-9AB8-1EC34D43E33B}" type="presParOf" srcId="{BD132D4E-0852-4C19-A74F-BCB5DAF6B76A}" destId="{484A41A3-9E6F-404F-8A67-EEAC48E8F4B6}" srcOrd="9" destOrd="0" presId="urn:microsoft.com/office/officeart/2008/layout/LinedList"/>
    <dgm:cxn modelId="{CE4D6C93-90EE-461D-B792-89813ED1682E}" type="presParOf" srcId="{484A41A3-9E6F-404F-8A67-EEAC48E8F4B6}" destId="{346519F8-C363-4F8A-96C2-06C038732F03}" srcOrd="0" destOrd="0" presId="urn:microsoft.com/office/officeart/2008/layout/LinedList"/>
    <dgm:cxn modelId="{E21BB683-94D0-4CE7-B738-7021ED3A7B22}" type="presParOf" srcId="{484A41A3-9E6F-404F-8A67-EEAC48E8F4B6}" destId="{D8B99076-EA98-4615-98B7-E6A7F0FFDB4B}" srcOrd="1" destOrd="0" presId="urn:microsoft.com/office/officeart/2008/layout/LinedList"/>
    <dgm:cxn modelId="{5B40054B-9F88-4086-A1FF-D780E27B0D5D}" type="presParOf" srcId="{BD132D4E-0852-4C19-A74F-BCB5DAF6B76A}" destId="{C2D5D4F7-3BFB-49C8-B40E-56E70F12A4F1}" srcOrd="10" destOrd="0" presId="urn:microsoft.com/office/officeart/2008/layout/LinedList"/>
    <dgm:cxn modelId="{E147DAF6-062B-454A-8B3E-1E3032038642}" type="presParOf" srcId="{BD132D4E-0852-4C19-A74F-BCB5DAF6B76A}" destId="{3FF22BA7-62C3-4F0A-9EBB-9A97298BB0D3}" srcOrd="11" destOrd="0" presId="urn:microsoft.com/office/officeart/2008/layout/LinedList"/>
    <dgm:cxn modelId="{60BBEE29-4659-4B7D-BFB5-E9E5FE854E0A}" type="presParOf" srcId="{3FF22BA7-62C3-4F0A-9EBB-9A97298BB0D3}" destId="{8565116B-E285-4BBA-A4B7-ABA2929AA82A}" srcOrd="0" destOrd="0" presId="urn:microsoft.com/office/officeart/2008/layout/LinedList"/>
    <dgm:cxn modelId="{6E868CA5-1B0C-40E0-81E2-6333CA217E44}" type="presParOf" srcId="{3FF22BA7-62C3-4F0A-9EBB-9A97298BB0D3}" destId="{44F2591A-89A3-4313-96F4-15D67AF28B4B}"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B110B69-255F-4AE7-BEA3-A546319F4DBD}">
      <dsp:nvSpPr>
        <dsp:cNvPr id="0" name=""/>
        <dsp:cNvSpPr/>
      </dsp:nvSpPr>
      <dsp:spPr>
        <a:xfrm>
          <a:off x="0" y="2125"/>
          <a:ext cx="10515600" cy="0"/>
        </a:xfrm>
        <a:prstGeom prst="line">
          <a:avLst/>
        </a:prstGeom>
        <a:solidFill>
          <a:schemeClr val="accent5">
            <a:hueOff val="0"/>
            <a:satOff val="0"/>
            <a:lumOff val="0"/>
            <a:alphaOff val="0"/>
          </a:schemeClr>
        </a:solidFill>
        <a:ln w="25400" cap="flat" cmpd="sng" algn="ctr">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DEA5939-5635-4915-81C2-1FBC37AE78E3}">
      <dsp:nvSpPr>
        <dsp:cNvPr id="0" name=""/>
        <dsp:cNvSpPr/>
      </dsp:nvSpPr>
      <dsp:spPr>
        <a:xfrm>
          <a:off x="0" y="2125"/>
          <a:ext cx="10515600" cy="7247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9540" tIns="129540" rIns="129540" bIns="129540" numCol="1" spcCol="1270" anchor="t" anchorCtr="0">
          <a:noAutofit/>
        </a:bodyPr>
        <a:lstStyle/>
        <a:p>
          <a:pPr marL="0" lvl="0" indent="0" algn="l" defTabSz="1511300">
            <a:lnSpc>
              <a:spcPct val="90000"/>
            </a:lnSpc>
            <a:spcBef>
              <a:spcPct val="0"/>
            </a:spcBef>
            <a:spcAft>
              <a:spcPct val="35000"/>
            </a:spcAft>
            <a:buNone/>
          </a:pPr>
          <a:r>
            <a:rPr lang="en-US" sz="3400" kern="1200" dirty="0"/>
            <a:t>Background.</a:t>
          </a:r>
        </a:p>
      </dsp:txBody>
      <dsp:txXfrm>
        <a:off x="0" y="2125"/>
        <a:ext cx="10515600" cy="724715"/>
      </dsp:txXfrm>
    </dsp:sp>
    <dsp:sp modelId="{9D146B9B-B120-424E-A666-D52EBA2C8FFD}">
      <dsp:nvSpPr>
        <dsp:cNvPr id="0" name=""/>
        <dsp:cNvSpPr/>
      </dsp:nvSpPr>
      <dsp:spPr>
        <a:xfrm>
          <a:off x="0" y="726840"/>
          <a:ext cx="10515600" cy="0"/>
        </a:xfrm>
        <a:prstGeom prst="line">
          <a:avLst/>
        </a:prstGeom>
        <a:solidFill>
          <a:schemeClr val="accent5">
            <a:hueOff val="651405"/>
            <a:satOff val="2239"/>
            <a:lumOff val="-10745"/>
            <a:alphaOff val="0"/>
          </a:schemeClr>
        </a:solidFill>
        <a:ln w="25400" cap="flat" cmpd="sng" algn="ctr">
          <a:solidFill>
            <a:schemeClr val="accent5">
              <a:hueOff val="651405"/>
              <a:satOff val="2239"/>
              <a:lumOff val="-10745"/>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D82FBB0-51A7-4DE9-9EE0-C14F346E3E3C}">
      <dsp:nvSpPr>
        <dsp:cNvPr id="0" name=""/>
        <dsp:cNvSpPr/>
      </dsp:nvSpPr>
      <dsp:spPr>
        <a:xfrm>
          <a:off x="0" y="726840"/>
          <a:ext cx="10515600" cy="7247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9540" tIns="129540" rIns="129540" bIns="129540" numCol="1" spcCol="1270" anchor="t" anchorCtr="0">
          <a:noAutofit/>
        </a:bodyPr>
        <a:lstStyle/>
        <a:p>
          <a:pPr marL="0" lvl="0" indent="0" algn="l" defTabSz="1511300">
            <a:lnSpc>
              <a:spcPct val="90000"/>
            </a:lnSpc>
            <a:spcBef>
              <a:spcPct val="0"/>
            </a:spcBef>
            <a:spcAft>
              <a:spcPct val="35000"/>
            </a:spcAft>
            <a:buNone/>
          </a:pPr>
          <a:r>
            <a:rPr lang="en-US" sz="3400" kern="1200"/>
            <a:t>The V in MVC</a:t>
          </a:r>
        </a:p>
      </dsp:txBody>
      <dsp:txXfrm>
        <a:off x="0" y="726840"/>
        <a:ext cx="10515600" cy="724715"/>
      </dsp:txXfrm>
    </dsp:sp>
    <dsp:sp modelId="{930F532C-BE4B-42AF-AFA9-0AD079BF6216}">
      <dsp:nvSpPr>
        <dsp:cNvPr id="0" name=""/>
        <dsp:cNvSpPr/>
      </dsp:nvSpPr>
      <dsp:spPr>
        <a:xfrm>
          <a:off x="0" y="1451556"/>
          <a:ext cx="10515600" cy="0"/>
        </a:xfrm>
        <a:prstGeom prst="line">
          <a:avLst/>
        </a:prstGeom>
        <a:solidFill>
          <a:schemeClr val="accent5">
            <a:hueOff val="1302810"/>
            <a:satOff val="4478"/>
            <a:lumOff val="-21490"/>
            <a:alphaOff val="0"/>
          </a:schemeClr>
        </a:solidFill>
        <a:ln w="25400" cap="flat" cmpd="sng" algn="ctr">
          <a:solidFill>
            <a:schemeClr val="accent5">
              <a:hueOff val="1302810"/>
              <a:satOff val="4478"/>
              <a:lumOff val="-2149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7ECE005-76C8-4902-BDA6-D25FC368E2A3}">
      <dsp:nvSpPr>
        <dsp:cNvPr id="0" name=""/>
        <dsp:cNvSpPr/>
      </dsp:nvSpPr>
      <dsp:spPr>
        <a:xfrm>
          <a:off x="0" y="1451556"/>
          <a:ext cx="10515600" cy="7247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9540" tIns="129540" rIns="129540" bIns="129540" numCol="1" spcCol="1270" anchor="t" anchorCtr="0">
          <a:noAutofit/>
        </a:bodyPr>
        <a:lstStyle/>
        <a:p>
          <a:pPr marL="0" lvl="0" indent="0" algn="l" defTabSz="1511300">
            <a:lnSpc>
              <a:spcPct val="90000"/>
            </a:lnSpc>
            <a:spcBef>
              <a:spcPct val="0"/>
            </a:spcBef>
            <a:spcAft>
              <a:spcPct val="35000"/>
            </a:spcAft>
            <a:buNone/>
          </a:pPr>
          <a:r>
            <a:rPr lang="en-US" sz="3400" kern="1200" dirty="0"/>
            <a:t>TSX (Typescript Extension Syntax).</a:t>
          </a:r>
        </a:p>
      </dsp:txBody>
      <dsp:txXfrm>
        <a:off x="0" y="1451556"/>
        <a:ext cx="10515600" cy="724715"/>
      </dsp:txXfrm>
    </dsp:sp>
    <dsp:sp modelId="{6A39C706-48EE-4D32-89B3-719581A9C8B9}">
      <dsp:nvSpPr>
        <dsp:cNvPr id="0" name=""/>
        <dsp:cNvSpPr/>
      </dsp:nvSpPr>
      <dsp:spPr>
        <a:xfrm>
          <a:off x="0" y="2176271"/>
          <a:ext cx="10515600" cy="0"/>
        </a:xfrm>
        <a:prstGeom prst="line">
          <a:avLst/>
        </a:prstGeom>
        <a:solidFill>
          <a:schemeClr val="accent5">
            <a:hueOff val="1954216"/>
            <a:satOff val="6718"/>
            <a:lumOff val="-32236"/>
            <a:alphaOff val="0"/>
          </a:schemeClr>
        </a:solidFill>
        <a:ln w="25400" cap="flat" cmpd="sng" algn="ctr">
          <a:solidFill>
            <a:schemeClr val="accent5">
              <a:hueOff val="1954216"/>
              <a:satOff val="6718"/>
              <a:lumOff val="-32236"/>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9EB587B-E4C6-432F-8A4F-D5026836ED78}">
      <dsp:nvSpPr>
        <dsp:cNvPr id="0" name=""/>
        <dsp:cNvSpPr/>
      </dsp:nvSpPr>
      <dsp:spPr>
        <a:xfrm>
          <a:off x="0" y="2176271"/>
          <a:ext cx="10515600" cy="7247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9540" tIns="129540" rIns="129540" bIns="129540" numCol="1" spcCol="1270" anchor="t" anchorCtr="0">
          <a:noAutofit/>
        </a:bodyPr>
        <a:lstStyle/>
        <a:p>
          <a:pPr marL="0" lvl="0" indent="0" algn="l" defTabSz="1511300">
            <a:lnSpc>
              <a:spcPct val="90000"/>
            </a:lnSpc>
            <a:spcBef>
              <a:spcPct val="0"/>
            </a:spcBef>
            <a:spcAft>
              <a:spcPct val="35000"/>
            </a:spcAft>
            <a:buNone/>
          </a:pPr>
          <a:r>
            <a:rPr lang="en-US" sz="3400" kern="1200" dirty="0"/>
            <a:t>Developer tools..</a:t>
          </a:r>
        </a:p>
      </dsp:txBody>
      <dsp:txXfrm>
        <a:off x="0" y="2176271"/>
        <a:ext cx="10515600" cy="724715"/>
      </dsp:txXfrm>
    </dsp:sp>
    <dsp:sp modelId="{5BBF008C-9BE7-423D-91FF-AECB5E998A61}">
      <dsp:nvSpPr>
        <dsp:cNvPr id="0" name=""/>
        <dsp:cNvSpPr/>
      </dsp:nvSpPr>
      <dsp:spPr>
        <a:xfrm>
          <a:off x="0" y="2900987"/>
          <a:ext cx="10515600" cy="0"/>
        </a:xfrm>
        <a:prstGeom prst="line">
          <a:avLst/>
        </a:prstGeom>
        <a:solidFill>
          <a:schemeClr val="accent5">
            <a:hueOff val="2605621"/>
            <a:satOff val="8957"/>
            <a:lumOff val="-42981"/>
            <a:alphaOff val="0"/>
          </a:schemeClr>
        </a:solidFill>
        <a:ln w="25400" cap="flat" cmpd="sng" algn="ctr">
          <a:solidFill>
            <a:schemeClr val="accent5">
              <a:hueOff val="2605621"/>
              <a:satOff val="8957"/>
              <a:lumOff val="-42981"/>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46519F8-C363-4F8A-96C2-06C038732F03}">
      <dsp:nvSpPr>
        <dsp:cNvPr id="0" name=""/>
        <dsp:cNvSpPr/>
      </dsp:nvSpPr>
      <dsp:spPr>
        <a:xfrm>
          <a:off x="0" y="2900987"/>
          <a:ext cx="10515600" cy="7247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9540" tIns="129540" rIns="129540" bIns="129540" numCol="1" spcCol="1270" anchor="t" anchorCtr="0">
          <a:noAutofit/>
        </a:bodyPr>
        <a:lstStyle/>
        <a:p>
          <a:pPr marL="0" lvl="0" indent="0" algn="l" defTabSz="1511300">
            <a:lnSpc>
              <a:spcPct val="90000"/>
            </a:lnSpc>
            <a:spcBef>
              <a:spcPct val="0"/>
            </a:spcBef>
            <a:spcAft>
              <a:spcPct val="35000"/>
            </a:spcAft>
            <a:buNone/>
          </a:pPr>
          <a:r>
            <a:rPr lang="en-US" sz="3400" kern="1200" dirty="0"/>
            <a:t>React Component basics.</a:t>
          </a:r>
        </a:p>
      </dsp:txBody>
      <dsp:txXfrm>
        <a:off x="0" y="2900987"/>
        <a:ext cx="10515600" cy="724715"/>
      </dsp:txXfrm>
    </dsp:sp>
    <dsp:sp modelId="{C2D5D4F7-3BFB-49C8-B40E-56E70F12A4F1}">
      <dsp:nvSpPr>
        <dsp:cNvPr id="0" name=""/>
        <dsp:cNvSpPr/>
      </dsp:nvSpPr>
      <dsp:spPr>
        <a:xfrm>
          <a:off x="0" y="3625703"/>
          <a:ext cx="10515600" cy="0"/>
        </a:xfrm>
        <a:prstGeom prst="line">
          <a:avLst/>
        </a:prstGeom>
        <a:solidFill>
          <a:schemeClr val="accent5">
            <a:hueOff val="3257026"/>
            <a:satOff val="11196"/>
            <a:lumOff val="-53726"/>
            <a:alphaOff val="0"/>
          </a:schemeClr>
        </a:solidFill>
        <a:ln w="25400" cap="flat" cmpd="sng" algn="ctr">
          <a:solidFill>
            <a:schemeClr val="accent5">
              <a:hueOff val="3257026"/>
              <a:satOff val="11196"/>
              <a:lumOff val="-53726"/>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565116B-E285-4BBA-A4B7-ABA2929AA82A}">
      <dsp:nvSpPr>
        <dsp:cNvPr id="0" name=""/>
        <dsp:cNvSpPr/>
      </dsp:nvSpPr>
      <dsp:spPr>
        <a:xfrm>
          <a:off x="0" y="3625703"/>
          <a:ext cx="10515600" cy="7247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9540" tIns="129540" rIns="129540" bIns="129540" numCol="1" spcCol="1270" anchor="t" anchorCtr="0">
          <a:noAutofit/>
        </a:bodyPr>
        <a:lstStyle/>
        <a:p>
          <a:pPr marL="0" lvl="0" indent="0" algn="l" defTabSz="1511300">
            <a:lnSpc>
              <a:spcPct val="90000"/>
            </a:lnSpc>
            <a:spcBef>
              <a:spcPct val="0"/>
            </a:spcBef>
            <a:spcAft>
              <a:spcPct val="35000"/>
            </a:spcAft>
            <a:buNone/>
          </a:pPr>
          <a:r>
            <a:rPr lang="en-US" sz="3400" kern="1200" dirty="0"/>
            <a:t>Material Design.</a:t>
          </a:r>
        </a:p>
      </dsp:txBody>
      <dsp:txXfrm>
        <a:off x="0" y="3625703"/>
        <a:ext cx="10515600" cy="724715"/>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id="{4C36C520-98C5-907F-5E3B-CFD72C256B84}"/>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atin typeface="Arial" pitchFamily="-106" charset="0"/>
                <a:ea typeface="+mn-ea"/>
                <a:cs typeface="+mn-cs"/>
              </a:defRPr>
            </a:lvl1pPr>
          </a:lstStyle>
          <a:p>
            <a:pPr>
              <a:defRPr/>
            </a:pPr>
            <a:endParaRPr lang="en-US"/>
          </a:p>
        </p:txBody>
      </p:sp>
      <p:sp>
        <p:nvSpPr>
          <p:cNvPr id="43011" name="Rectangle 3">
            <a:extLst>
              <a:ext uri="{FF2B5EF4-FFF2-40B4-BE49-F238E27FC236}">
                <a16:creationId xmlns:a16="http://schemas.microsoft.com/office/drawing/2014/main" id="{F03E93E6-DEEC-F4F8-DAC8-99C6C691EFF0}"/>
              </a:ext>
            </a:extLst>
          </p:cNvPr>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Arial" pitchFamily="-106" charset="0"/>
                <a:ea typeface="+mn-ea"/>
                <a:cs typeface="+mn-cs"/>
              </a:defRPr>
            </a:lvl1pPr>
          </a:lstStyle>
          <a:p>
            <a:pPr>
              <a:defRPr/>
            </a:pPr>
            <a:endParaRPr lang="en-US"/>
          </a:p>
        </p:txBody>
      </p:sp>
      <p:sp>
        <p:nvSpPr>
          <p:cNvPr id="13316" name="Rectangle 4">
            <a:extLst>
              <a:ext uri="{FF2B5EF4-FFF2-40B4-BE49-F238E27FC236}">
                <a16:creationId xmlns:a16="http://schemas.microsoft.com/office/drawing/2014/main" id="{5664D733-B5EB-8215-4043-90D62CC70FCE}"/>
              </a:ext>
            </a:extLst>
          </p:cNvPr>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3013" name="Rectangle 5">
            <a:extLst>
              <a:ext uri="{FF2B5EF4-FFF2-40B4-BE49-F238E27FC236}">
                <a16:creationId xmlns:a16="http://schemas.microsoft.com/office/drawing/2014/main" id="{4B71BBAA-FAAD-CAD6-E4F5-80850E04FD52}"/>
              </a:ext>
            </a:extLst>
          </p:cNvPr>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3014" name="Rectangle 6">
            <a:extLst>
              <a:ext uri="{FF2B5EF4-FFF2-40B4-BE49-F238E27FC236}">
                <a16:creationId xmlns:a16="http://schemas.microsoft.com/office/drawing/2014/main" id="{B3896649-3404-66F5-A615-D544AC3B22E7}"/>
              </a:ext>
            </a:extLst>
          </p:cNvPr>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Arial" pitchFamily="-106" charset="0"/>
                <a:ea typeface="+mn-ea"/>
                <a:cs typeface="+mn-cs"/>
              </a:defRPr>
            </a:lvl1pPr>
          </a:lstStyle>
          <a:p>
            <a:pPr>
              <a:defRPr/>
            </a:pPr>
            <a:endParaRPr lang="en-US"/>
          </a:p>
        </p:txBody>
      </p:sp>
      <p:sp>
        <p:nvSpPr>
          <p:cNvPr id="43015" name="Rectangle 7">
            <a:extLst>
              <a:ext uri="{FF2B5EF4-FFF2-40B4-BE49-F238E27FC236}">
                <a16:creationId xmlns:a16="http://schemas.microsoft.com/office/drawing/2014/main" id="{01619DA4-3E82-E83C-6536-323AA23235BF}"/>
              </a:ext>
            </a:extLst>
          </p:cNvPr>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59B5789E-C2A1-4F06-AD49-D6F9F59FBA85}"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itchFamily="-106" charset="0"/>
        <a:ea typeface="ＭＳ Ｐゴシック" pitchFamily="-106" charset="-128"/>
        <a:cs typeface="ＭＳ Ｐゴシック" pitchFamily="-106" charset="-128"/>
      </a:defRPr>
    </a:lvl1pPr>
    <a:lvl2pPr marL="457200" algn="l" rtl="0" eaLnBrk="0" fontAlgn="base" hangingPunct="0">
      <a:spcBef>
        <a:spcPct val="30000"/>
      </a:spcBef>
      <a:spcAft>
        <a:spcPct val="0"/>
      </a:spcAft>
      <a:defRPr sz="1200" kern="1200">
        <a:solidFill>
          <a:schemeClr val="tx1"/>
        </a:solidFill>
        <a:latin typeface="Arial" pitchFamily="-106" charset="0"/>
        <a:ea typeface="ＭＳ Ｐゴシック" pitchFamily="-106" charset="-128"/>
        <a:cs typeface="+mn-cs"/>
      </a:defRPr>
    </a:lvl2pPr>
    <a:lvl3pPr marL="914400" algn="l" rtl="0" eaLnBrk="0" fontAlgn="base" hangingPunct="0">
      <a:spcBef>
        <a:spcPct val="30000"/>
      </a:spcBef>
      <a:spcAft>
        <a:spcPct val="0"/>
      </a:spcAft>
      <a:defRPr sz="1200" kern="1200">
        <a:solidFill>
          <a:schemeClr val="tx1"/>
        </a:solidFill>
        <a:latin typeface="Arial" pitchFamily="-106" charset="0"/>
        <a:ea typeface="ＭＳ Ｐゴシック" pitchFamily="-106" charset="-128"/>
        <a:cs typeface="+mn-cs"/>
      </a:defRPr>
    </a:lvl3pPr>
    <a:lvl4pPr marL="1371600" algn="l" rtl="0" eaLnBrk="0" fontAlgn="base" hangingPunct="0">
      <a:spcBef>
        <a:spcPct val="30000"/>
      </a:spcBef>
      <a:spcAft>
        <a:spcPct val="0"/>
      </a:spcAft>
      <a:defRPr sz="1200" kern="1200">
        <a:solidFill>
          <a:schemeClr val="tx1"/>
        </a:solidFill>
        <a:latin typeface="Arial" pitchFamily="-106" charset="0"/>
        <a:ea typeface="ＭＳ Ｐゴシック" pitchFamily="-106" charset="-128"/>
        <a:cs typeface="+mn-cs"/>
      </a:defRPr>
    </a:lvl4pPr>
    <a:lvl5pPr marL="1828800" algn="l" rtl="0" eaLnBrk="0" fontAlgn="base" hangingPunct="0">
      <a:spcBef>
        <a:spcPct val="30000"/>
      </a:spcBef>
      <a:spcAft>
        <a:spcPct val="0"/>
      </a:spcAft>
      <a:defRPr sz="1200" kern="1200">
        <a:solidFill>
          <a:schemeClr val="tx1"/>
        </a:solidFill>
        <a:latin typeface="Arial" pitchFamily="-106" charset="0"/>
        <a:ea typeface="ＭＳ Ｐゴシック" pitchFamily="-106"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lide Image Placeholder 1">
            <a:extLst>
              <a:ext uri="{FF2B5EF4-FFF2-40B4-BE49-F238E27FC236}">
                <a16:creationId xmlns:a16="http://schemas.microsoft.com/office/drawing/2014/main" id="{1F0C7D93-A75C-3E38-CF5F-481A04C7452B}"/>
              </a:ext>
            </a:extLst>
          </p:cNvPr>
          <p:cNvSpPr>
            <a:spLocks noGrp="1" noRot="1" noChangeAspect="1" noChangeArrowheads="1" noTextEdit="1"/>
          </p:cNvSpPr>
          <p:nvPr>
            <p:ph type="sldImg"/>
          </p:nvPr>
        </p:nvSpPr>
        <p:spPr>
          <a:xfrm>
            <a:off x="381000" y="685800"/>
            <a:ext cx="6096000" cy="3429000"/>
          </a:xfrm>
          <a:ln/>
        </p:spPr>
      </p:sp>
      <p:sp>
        <p:nvSpPr>
          <p:cNvPr id="15362" name="Notes Placeholder 2">
            <a:extLst>
              <a:ext uri="{FF2B5EF4-FFF2-40B4-BE49-F238E27FC236}">
                <a16:creationId xmlns:a16="http://schemas.microsoft.com/office/drawing/2014/main" id="{6F94B827-F64F-AEF4-49CB-977A1FD14C68}"/>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a typeface="ＭＳ Ｐゴシック" panose="020B0600070205080204" pitchFamily="34" charset="-128"/>
            </a:endParaRPr>
          </a:p>
        </p:txBody>
      </p:sp>
      <p:sp>
        <p:nvSpPr>
          <p:cNvPr id="15363" name="Slide Number Placeholder 3">
            <a:extLst>
              <a:ext uri="{FF2B5EF4-FFF2-40B4-BE49-F238E27FC236}">
                <a16:creationId xmlns:a16="http://schemas.microsoft.com/office/drawing/2014/main" id="{9BC71902-A966-2777-E815-3D38ECCC61CE}"/>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defRPr>
            </a:lvl1pPr>
            <a:lvl2pPr marL="742950" indent="-285750">
              <a:spcBef>
                <a:spcPct val="30000"/>
              </a:spcBef>
              <a:defRPr sz="1200">
                <a:solidFill>
                  <a:schemeClr val="tx1"/>
                </a:solidFill>
                <a:latin typeface="Arial" panose="020B0604020202020204" pitchFamily="34" charset="0"/>
                <a:ea typeface="ＭＳ Ｐゴシック" panose="020B0600070205080204" pitchFamily="34" charset="-128"/>
              </a:defRPr>
            </a:lvl2pPr>
            <a:lvl3pPr marL="1143000" indent="-228600">
              <a:spcBef>
                <a:spcPct val="30000"/>
              </a:spcBef>
              <a:defRPr sz="1200">
                <a:solidFill>
                  <a:schemeClr val="tx1"/>
                </a:solidFill>
                <a:latin typeface="Arial" panose="020B0604020202020204" pitchFamily="34" charset="0"/>
                <a:ea typeface="ＭＳ Ｐゴシック" panose="020B0600070205080204" pitchFamily="34" charset="-128"/>
              </a:defRPr>
            </a:lvl3pPr>
            <a:lvl4pPr marL="1600200" indent="-228600">
              <a:spcBef>
                <a:spcPct val="30000"/>
              </a:spcBef>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30000"/>
              </a:spcBef>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9pPr>
          </a:lstStyle>
          <a:p>
            <a:pPr>
              <a:spcBef>
                <a:spcPct val="0"/>
              </a:spcBef>
            </a:pPr>
            <a:fld id="{A22A726A-D51D-4AE8-B09C-6FDB164DFB57}" type="slidenum">
              <a:rPr lang="en-US" altLang="en-US" smtClean="0"/>
              <a:pPr>
                <a:spcBef>
                  <a:spcPct val="0"/>
                </a:spcBef>
              </a:pPr>
              <a:t>1</a:t>
            </a:fld>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GB" b="0" i="0" dirty="0">
                <a:solidFill>
                  <a:srgbClr val="0D0D0D"/>
                </a:solidFill>
                <a:effectLst/>
                <a:latin typeface="Söhne"/>
              </a:rPr>
              <a:t>TSX in React refers to TypeScript XML. It is a syntax extension for JavaScript, similar to JSX (JavaScript XML),</a:t>
            </a:r>
            <a:endParaRPr lang="en-IE" dirty="0"/>
          </a:p>
        </p:txBody>
      </p:sp>
      <p:sp>
        <p:nvSpPr>
          <p:cNvPr id="4" name="Slide Number Placeholder 3"/>
          <p:cNvSpPr>
            <a:spLocks noGrp="1"/>
          </p:cNvSpPr>
          <p:nvPr>
            <p:ph type="sldNum" sz="quarter" idx="5"/>
          </p:nvPr>
        </p:nvSpPr>
        <p:spPr/>
        <p:txBody>
          <a:bodyPr/>
          <a:lstStyle/>
          <a:p>
            <a:pPr>
              <a:defRPr/>
            </a:pPr>
            <a:fld id="{59B5789E-C2A1-4F06-AD49-D6F9F59FBA85}" type="slidenum">
              <a:rPr lang="en-US" altLang="en-US" smtClean="0"/>
              <a:pPr>
                <a:defRPr/>
              </a:pPr>
              <a:t>2</a:t>
            </a:fld>
            <a:endParaRPr lang="en-US" altLang="en-US"/>
          </a:p>
        </p:txBody>
      </p:sp>
    </p:spTree>
    <p:extLst>
      <p:ext uri="{BB962C8B-B14F-4D97-AF65-F5344CB8AC3E}">
        <p14:creationId xmlns:p14="http://schemas.microsoft.com/office/powerpoint/2010/main" val="198777287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E" dirty="0"/>
          </a:p>
        </p:txBody>
      </p:sp>
      <p:sp>
        <p:nvSpPr>
          <p:cNvPr id="4" name="Slide Number Placeholder 3"/>
          <p:cNvSpPr>
            <a:spLocks noGrp="1"/>
          </p:cNvSpPr>
          <p:nvPr>
            <p:ph type="sldNum" sz="quarter" idx="5"/>
          </p:nvPr>
        </p:nvSpPr>
        <p:spPr/>
        <p:txBody>
          <a:bodyPr/>
          <a:lstStyle/>
          <a:p>
            <a:pPr>
              <a:defRPr/>
            </a:pPr>
            <a:fld id="{59B5789E-C2A1-4F06-AD49-D6F9F59FBA85}" type="slidenum">
              <a:rPr lang="en-US" altLang="en-US" smtClean="0"/>
              <a:pPr>
                <a:defRPr/>
              </a:pPr>
              <a:t>3</a:t>
            </a:fld>
            <a:endParaRPr lang="en-US" altLang="en-US"/>
          </a:p>
        </p:txBody>
      </p:sp>
    </p:spTree>
    <p:extLst>
      <p:ext uri="{BB962C8B-B14F-4D97-AF65-F5344CB8AC3E}">
        <p14:creationId xmlns:p14="http://schemas.microsoft.com/office/powerpoint/2010/main" val="90003104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IE" dirty="0"/>
              <a:t>MVC:</a:t>
            </a:r>
            <a:br>
              <a:rPr lang="en-IE" dirty="0"/>
            </a:br>
            <a:r>
              <a:rPr lang="en-GB" b="1" i="0" dirty="0">
                <a:solidFill>
                  <a:srgbClr val="0D0D0D"/>
                </a:solidFill>
                <a:effectLst/>
                <a:highlight>
                  <a:srgbClr val="FFFFFF"/>
                </a:highlight>
                <a:latin typeface="Söhne"/>
              </a:rPr>
              <a:t>Model</a:t>
            </a:r>
            <a:r>
              <a:rPr lang="en-GB" b="0" i="0" dirty="0">
                <a:solidFill>
                  <a:srgbClr val="0D0D0D"/>
                </a:solidFill>
                <a:effectLst/>
                <a:highlight>
                  <a:srgbClr val="FFFFFF"/>
                </a:highlight>
                <a:latin typeface="Söhne"/>
              </a:rPr>
              <a:t>: The model in AngularJS represents the data and business logic </a:t>
            </a:r>
          </a:p>
          <a:p>
            <a:r>
              <a:rPr lang="en-GB" b="1" i="0" dirty="0">
                <a:solidFill>
                  <a:srgbClr val="0D0D0D"/>
                </a:solidFill>
                <a:effectLst/>
                <a:highlight>
                  <a:srgbClr val="FFFFFF"/>
                </a:highlight>
                <a:latin typeface="Söhne"/>
              </a:rPr>
              <a:t>View</a:t>
            </a:r>
            <a:r>
              <a:rPr lang="en-GB" b="0" i="0" dirty="0">
                <a:solidFill>
                  <a:srgbClr val="0D0D0D"/>
                </a:solidFill>
                <a:effectLst/>
                <a:highlight>
                  <a:srgbClr val="FFFFFF"/>
                </a:highlight>
                <a:latin typeface="Söhne"/>
              </a:rPr>
              <a:t>: The view is the presentation layer of the application</a:t>
            </a:r>
          </a:p>
          <a:p>
            <a:r>
              <a:rPr lang="en-GB" b="1" i="0" dirty="0">
                <a:solidFill>
                  <a:srgbClr val="0D0D0D"/>
                </a:solidFill>
                <a:effectLst/>
                <a:highlight>
                  <a:srgbClr val="FFFFFF"/>
                </a:highlight>
                <a:latin typeface="Söhne"/>
              </a:rPr>
              <a:t>Controller</a:t>
            </a:r>
            <a:r>
              <a:rPr lang="en-GB" b="0" i="0" dirty="0">
                <a:solidFill>
                  <a:srgbClr val="0D0D0D"/>
                </a:solidFill>
                <a:effectLst/>
                <a:highlight>
                  <a:srgbClr val="FFFFFF"/>
                </a:highlight>
                <a:latin typeface="Söhne"/>
              </a:rPr>
              <a:t>: processes user input, interacts with the model, and determines what data should be displayed by the view. </a:t>
            </a:r>
          </a:p>
          <a:p>
            <a:endParaRPr lang="en-IE" dirty="0"/>
          </a:p>
          <a:p>
            <a:r>
              <a:rPr lang="en-IE" dirty="0"/>
              <a:t>Templating: Handlebars, </a:t>
            </a:r>
            <a:br>
              <a:rPr lang="en-IE" dirty="0"/>
            </a:br>
            <a:r>
              <a:rPr lang="en-IE" dirty="0"/>
              <a:t>Angular </a:t>
            </a:r>
            <a:r>
              <a:rPr lang="en-GB" b="0" i="0" dirty="0">
                <a:solidFill>
                  <a:srgbClr val="0D0D0D"/>
                </a:solidFill>
                <a:effectLst/>
                <a:latin typeface="Söhne"/>
              </a:rPr>
              <a:t>has its own built-in templating syntax that allows developers to easily define dynamic and interactive user interfaces.</a:t>
            </a:r>
            <a:endParaRPr lang="en-IE" dirty="0"/>
          </a:p>
        </p:txBody>
      </p:sp>
      <p:sp>
        <p:nvSpPr>
          <p:cNvPr id="4" name="Slide Number Placeholder 3"/>
          <p:cNvSpPr>
            <a:spLocks noGrp="1"/>
          </p:cNvSpPr>
          <p:nvPr>
            <p:ph type="sldNum" sz="quarter" idx="5"/>
          </p:nvPr>
        </p:nvSpPr>
        <p:spPr/>
        <p:txBody>
          <a:bodyPr/>
          <a:lstStyle/>
          <a:p>
            <a:pPr>
              <a:defRPr/>
            </a:pPr>
            <a:fld id="{59B5789E-C2A1-4F06-AD49-D6F9F59FBA85}" type="slidenum">
              <a:rPr lang="en-US" altLang="en-US" smtClean="0"/>
              <a:pPr>
                <a:defRPr/>
              </a:pPr>
              <a:t>5</a:t>
            </a:fld>
            <a:endParaRPr lang="en-US" altLang="en-US"/>
          </a:p>
        </p:txBody>
      </p:sp>
    </p:spTree>
    <p:extLst>
      <p:ext uri="{BB962C8B-B14F-4D97-AF65-F5344CB8AC3E}">
        <p14:creationId xmlns:p14="http://schemas.microsoft.com/office/powerpoint/2010/main" val="168712376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IE" dirty="0"/>
              <a:t>Where is business logic – in the functional components and Contexts</a:t>
            </a:r>
            <a:br>
              <a:rPr lang="en-IE" dirty="0"/>
            </a:br>
            <a:r>
              <a:rPr lang="en-GB" b="1" i="0" dirty="0">
                <a:solidFill>
                  <a:srgbClr val="0D0D0D"/>
                </a:solidFill>
                <a:effectLst/>
                <a:latin typeface="Söhne"/>
              </a:rPr>
              <a:t>Functional Components</a:t>
            </a:r>
            <a:r>
              <a:rPr lang="en-GB" b="0" i="0" dirty="0">
                <a:solidFill>
                  <a:srgbClr val="0D0D0D"/>
                </a:solidFill>
                <a:effectLst/>
                <a:latin typeface="Söhne"/>
              </a:rPr>
              <a:t>: functional components can now manage state and side effects, which allows embedding business logic directly within the component. Hooks like </a:t>
            </a:r>
            <a:r>
              <a:rPr lang="en-GB" dirty="0" err="1"/>
              <a:t>useState</a:t>
            </a:r>
            <a:r>
              <a:rPr lang="en-GB" b="0" i="0" dirty="0">
                <a:solidFill>
                  <a:srgbClr val="0D0D0D"/>
                </a:solidFill>
                <a:effectLst/>
                <a:latin typeface="Söhne"/>
              </a:rPr>
              <a:t>, </a:t>
            </a:r>
            <a:r>
              <a:rPr lang="en-GB" dirty="0" err="1"/>
              <a:t>useEffect</a:t>
            </a:r>
            <a:r>
              <a:rPr lang="en-GB" b="0" i="0" dirty="0">
                <a:solidFill>
                  <a:srgbClr val="0D0D0D"/>
                </a:solidFill>
                <a:effectLst/>
                <a:latin typeface="Söhne"/>
              </a:rPr>
              <a:t>, and custom hooks enable components to handle data fetching, state management, and more.</a:t>
            </a:r>
            <a:br>
              <a:rPr lang="en-GB" b="0" i="0" dirty="0">
                <a:solidFill>
                  <a:srgbClr val="0D0D0D"/>
                </a:solidFill>
                <a:effectLst/>
                <a:latin typeface="Söhne"/>
              </a:rPr>
            </a:br>
            <a:r>
              <a:rPr lang="en-GB" b="0" i="0" dirty="0">
                <a:solidFill>
                  <a:srgbClr val="0D0D0D"/>
                </a:solidFill>
                <a:effectLst/>
                <a:latin typeface="Söhne"/>
              </a:rPr>
              <a:t>Middleware???</a:t>
            </a:r>
            <a:endParaRPr lang="en-IE" dirty="0"/>
          </a:p>
        </p:txBody>
      </p:sp>
      <p:sp>
        <p:nvSpPr>
          <p:cNvPr id="4" name="Slide Number Placeholder 3"/>
          <p:cNvSpPr>
            <a:spLocks noGrp="1"/>
          </p:cNvSpPr>
          <p:nvPr>
            <p:ph type="sldNum" sz="quarter" idx="5"/>
          </p:nvPr>
        </p:nvSpPr>
        <p:spPr/>
        <p:txBody>
          <a:bodyPr/>
          <a:lstStyle/>
          <a:p>
            <a:pPr>
              <a:defRPr/>
            </a:pPr>
            <a:fld id="{59B5789E-C2A1-4F06-AD49-D6F9F59FBA85}" type="slidenum">
              <a:rPr lang="en-US" altLang="en-US" smtClean="0"/>
              <a:pPr>
                <a:defRPr/>
              </a:pPr>
              <a:t>6</a:t>
            </a:fld>
            <a:endParaRPr lang="en-US" altLang="en-US"/>
          </a:p>
        </p:txBody>
      </p:sp>
    </p:spTree>
    <p:extLst>
      <p:ext uri="{BB962C8B-B14F-4D97-AF65-F5344CB8AC3E}">
        <p14:creationId xmlns:p14="http://schemas.microsoft.com/office/powerpoint/2010/main" val="300063078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algn="l"/>
            <a:r>
              <a:rPr lang="en-GB" dirty="0"/>
              <a:t>Why bother?</a:t>
            </a:r>
            <a:br>
              <a:rPr lang="en-GB" dirty="0"/>
            </a:br>
            <a:r>
              <a:rPr lang="en-GB" b="1" i="0" dirty="0">
                <a:solidFill>
                  <a:srgbClr val="0D0D0D"/>
                </a:solidFill>
                <a:effectLst/>
                <a:latin typeface="Söhne"/>
              </a:rPr>
              <a:t>. Type Safety</a:t>
            </a:r>
          </a:p>
          <a:p>
            <a:pPr algn="l">
              <a:buFont typeface="Arial" panose="020B0604020202020204" pitchFamily="34" charset="0"/>
              <a:buChar char="•"/>
            </a:pPr>
            <a:r>
              <a:rPr lang="en-GB" b="0" i="0" dirty="0">
                <a:solidFill>
                  <a:srgbClr val="0D0D0D"/>
                </a:solidFill>
                <a:effectLst/>
                <a:latin typeface="Söhne"/>
              </a:rPr>
              <a:t>TypeScript provides static typing, allowing you to catch errors early in the development process, such as type mismatches or incorrect function arguments, leading to fewer runtime errors and bugs.</a:t>
            </a:r>
          </a:p>
          <a:p>
            <a:pPr algn="l"/>
            <a:r>
              <a:rPr lang="en-GB" b="1" i="0" dirty="0">
                <a:solidFill>
                  <a:srgbClr val="0D0D0D"/>
                </a:solidFill>
                <a:effectLst/>
                <a:latin typeface="Söhne"/>
              </a:rPr>
              <a:t>2. Improved Developer Experience</a:t>
            </a:r>
          </a:p>
          <a:p>
            <a:pPr algn="l">
              <a:buFont typeface="Arial" panose="020B0604020202020204" pitchFamily="34" charset="0"/>
              <a:buChar char="•"/>
            </a:pPr>
            <a:r>
              <a:rPr lang="en-GB" b="0" i="0" dirty="0">
                <a:solidFill>
                  <a:srgbClr val="0D0D0D"/>
                </a:solidFill>
                <a:effectLst/>
                <a:latin typeface="Söhne"/>
              </a:rPr>
              <a:t>Auto-completion, code navigation, and refactoring are significantly enhanced in TypeScript, thanks to its understanding of the shapes of objects. This makes the development process faster and more efficient.</a:t>
            </a:r>
          </a:p>
          <a:p>
            <a:pPr algn="l"/>
            <a:r>
              <a:rPr lang="en-GB" b="1" i="0" dirty="0">
                <a:solidFill>
                  <a:srgbClr val="0D0D0D"/>
                </a:solidFill>
                <a:effectLst/>
                <a:latin typeface="Söhne"/>
              </a:rPr>
              <a:t>3. Better Code Quality and Maintainability</a:t>
            </a:r>
          </a:p>
          <a:p>
            <a:pPr algn="l">
              <a:buFont typeface="Arial" panose="020B0604020202020204" pitchFamily="34" charset="0"/>
              <a:buChar char="•"/>
            </a:pPr>
            <a:r>
              <a:rPr lang="en-GB" b="0" i="0" dirty="0">
                <a:solidFill>
                  <a:srgbClr val="0D0D0D"/>
                </a:solidFill>
                <a:effectLst/>
                <a:latin typeface="Söhne"/>
              </a:rPr>
              <a:t>TypeScript's type system encourages more explicit contracts for component APIs, making the code easier to read and maintain. It also enforces type checking at compile time, ensuring that components are used correctly.</a:t>
            </a:r>
          </a:p>
          <a:p>
            <a:pPr algn="l"/>
            <a:r>
              <a:rPr lang="en-GB" b="1" i="0" dirty="0">
                <a:solidFill>
                  <a:srgbClr val="0D0D0D"/>
                </a:solidFill>
                <a:effectLst/>
                <a:latin typeface="Söhne"/>
              </a:rPr>
              <a:t>4. Easy Integration with React</a:t>
            </a:r>
          </a:p>
          <a:p>
            <a:pPr algn="l">
              <a:buFont typeface="Arial" panose="020B0604020202020204" pitchFamily="34" charset="0"/>
              <a:buChar char="•"/>
            </a:pPr>
            <a:r>
              <a:rPr lang="en-GB" b="0" i="0" dirty="0">
                <a:solidFill>
                  <a:srgbClr val="0D0D0D"/>
                </a:solidFill>
                <a:effectLst/>
                <a:latin typeface="Söhne"/>
              </a:rPr>
              <a:t>TypeScript integrates seamlessly with React. TypeScript's JSX support allows you to use it directly within your TypeScript files (.</a:t>
            </a:r>
            <a:r>
              <a:rPr lang="en-GB" b="0" i="0" dirty="0" err="1">
                <a:solidFill>
                  <a:srgbClr val="0D0D0D"/>
                </a:solidFill>
                <a:effectLst/>
                <a:latin typeface="Söhne"/>
              </a:rPr>
              <a:t>tsx</a:t>
            </a:r>
            <a:r>
              <a:rPr lang="en-GB" b="0" i="0" dirty="0">
                <a:solidFill>
                  <a:srgbClr val="0D0D0D"/>
                </a:solidFill>
                <a:effectLst/>
                <a:latin typeface="Söhne"/>
              </a:rPr>
              <a:t>), and the React TypeScript definitions are robust and well-maintained.</a:t>
            </a:r>
          </a:p>
          <a:p>
            <a:endParaRPr lang="en-IE" dirty="0"/>
          </a:p>
        </p:txBody>
      </p:sp>
      <p:sp>
        <p:nvSpPr>
          <p:cNvPr id="4" name="Slide Number Placeholder 3"/>
          <p:cNvSpPr>
            <a:spLocks noGrp="1"/>
          </p:cNvSpPr>
          <p:nvPr>
            <p:ph type="sldNum" sz="quarter" idx="5"/>
          </p:nvPr>
        </p:nvSpPr>
        <p:spPr/>
        <p:txBody>
          <a:bodyPr/>
          <a:lstStyle/>
          <a:p>
            <a:pPr>
              <a:defRPr/>
            </a:pPr>
            <a:fld id="{59B5789E-C2A1-4F06-AD49-D6F9F59FBA85}" type="slidenum">
              <a:rPr lang="en-US" altLang="en-US" smtClean="0"/>
              <a:pPr>
                <a:defRPr/>
              </a:pPr>
              <a:t>7</a:t>
            </a:fld>
            <a:endParaRPr lang="en-US" altLang="en-US"/>
          </a:p>
        </p:txBody>
      </p:sp>
    </p:spTree>
    <p:extLst>
      <p:ext uri="{BB962C8B-B14F-4D97-AF65-F5344CB8AC3E}">
        <p14:creationId xmlns:p14="http://schemas.microsoft.com/office/powerpoint/2010/main" val="388020331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GB" b="0" i="0" dirty="0">
                <a:solidFill>
                  <a:srgbClr val="CCCCCC"/>
                </a:solidFill>
                <a:effectLst/>
                <a:highlight>
                  <a:srgbClr val="252526"/>
                </a:highlight>
                <a:latin typeface="Segoe WPC"/>
              </a:rPr>
              <a:t>In React, </a:t>
            </a:r>
            <a:r>
              <a:rPr lang="en-GB" dirty="0" err="1"/>
              <a:t>React.createElement</a:t>
            </a:r>
            <a:r>
              <a:rPr lang="en-GB" dirty="0"/>
              <a:t>()</a:t>
            </a:r>
            <a:r>
              <a:rPr lang="en-GB" b="0" i="0" dirty="0">
                <a:solidFill>
                  <a:srgbClr val="CCCCCC"/>
                </a:solidFill>
                <a:effectLst/>
                <a:highlight>
                  <a:srgbClr val="252526"/>
                </a:highlight>
                <a:latin typeface="Segoe WPC"/>
              </a:rPr>
              <a:t> is a method that creates a new React element of a given type. </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GB" b="1" i="0" dirty="0">
                <a:solidFill>
                  <a:srgbClr val="CCCCCC"/>
                </a:solidFill>
                <a:effectLst/>
                <a:highlight>
                  <a:srgbClr val="252526"/>
                </a:highlight>
                <a:latin typeface="Segoe WPC"/>
              </a:rPr>
              <a:t>The 'type' argument </a:t>
            </a:r>
            <a:r>
              <a:rPr lang="en-GB" b="0" i="0" dirty="0">
                <a:solidFill>
                  <a:srgbClr val="CCCCCC"/>
                </a:solidFill>
                <a:effectLst/>
                <a:highlight>
                  <a:srgbClr val="252526"/>
                </a:highlight>
                <a:latin typeface="Segoe WPC"/>
              </a:rPr>
              <a:t>can be either a tag name string (such as 'div' or 'span'), a React component type (a class or a function).</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GB" b="0" i="0" dirty="0">
                <a:solidFill>
                  <a:srgbClr val="CCCCCC"/>
                </a:solidFill>
                <a:effectLst/>
                <a:highlight>
                  <a:srgbClr val="252526"/>
                </a:highlight>
                <a:latin typeface="Segoe WPC"/>
              </a:rPr>
              <a:t>However, in modern React development, JSX (JavaScript XML) is more commonly used instead of </a:t>
            </a:r>
            <a:r>
              <a:rPr lang="en-GB" dirty="0" err="1"/>
              <a:t>React.createElement</a:t>
            </a:r>
            <a:r>
              <a:rPr lang="en-GB" dirty="0"/>
              <a:t>()</a:t>
            </a:r>
            <a:r>
              <a:rPr lang="en-GB" b="0" i="0" dirty="0">
                <a:solidFill>
                  <a:srgbClr val="CCCCCC"/>
                </a:solidFill>
                <a:effectLst/>
                <a:highlight>
                  <a:srgbClr val="252526"/>
                </a:highlight>
                <a:latin typeface="Segoe WPC"/>
              </a:rPr>
              <a:t>. JSX allows you to write HTML-like syntax directly in your JavaScript code, which is often more readable and easier to write.</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GB" dirty="0"/>
              <a:t>What’s the DOM:</a:t>
            </a:r>
            <a:br>
              <a:rPr lang="en-GB" dirty="0"/>
            </a:br>
            <a:r>
              <a:rPr lang="en-GB" b="0" i="0" dirty="0">
                <a:solidFill>
                  <a:srgbClr val="0D0D0D"/>
                </a:solidFill>
                <a:effectLst/>
                <a:latin typeface="Söhne"/>
              </a:rPr>
              <a:t>The DOM, or Document Object Model, is a programming interface for web documents. It represents the page so that programs </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GB" b="0" i="0" dirty="0">
                <a:solidFill>
                  <a:srgbClr val="CCCCCC"/>
                </a:solidFill>
                <a:effectLst/>
                <a:highlight>
                  <a:srgbClr val="252526"/>
                </a:highlight>
                <a:latin typeface="Segoe WPC"/>
              </a:rPr>
              <a:t>This is where your React application will be attached or "mounted" in the DOM.</a:t>
            </a:r>
            <a:endParaRPr lang="en-IE" dirty="0"/>
          </a:p>
          <a:p>
            <a:endParaRPr lang="en-IE" dirty="0"/>
          </a:p>
        </p:txBody>
      </p:sp>
      <p:sp>
        <p:nvSpPr>
          <p:cNvPr id="4" name="Slide Number Placeholder 3"/>
          <p:cNvSpPr>
            <a:spLocks noGrp="1"/>
          </p:cNvSpPr>
          <p:nvPr>
            <p:ph type="sldNum" sz="quarter" idx="5"/>
          </p:nvPr>
        </p:nvSpPr>
        <p:spPr/>
        <p:txBody>
          <a:bodyPr/>
          <a:lstStyle/>
          <a:p>
            <a:pPr>
              <a:defRPr/>
            </a:pPr>
            <a:fld id="{59B5789E-C2A1-4F06-AD49-D6F9F59FBA85}" type="slidenum">
              <a:rPr lang="en-US" altLang="en-US" smtClean="0"/>
              <a:pPr>
                <a:defRPr/>
              </a:pPr>
              <a:t>9</a:t>
            </a:fld>
            <a:endParaRPr lang="en-US" altLang="en-US"/>
          </a:p>
        </p:txBody>
      </p:sp>
    </p:spTree>
    <p:extLst>
      <p:ext uri="{BB962C8B-B14F-4D97-AF65-F5344CB8AC3E}">
        <p14:creationId xmlns:p14="http://schemas.microsoft.com/office/powerpoint/2010/main" val="313391961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GB" dirty="0"/>
              <a:t>What’s the DOM:</a:t>
            </a:r>
            <a:br>
              <a:rPr lang="en-GB" dirty="0"/>
            </a:br>
            <a:r>
              <a:rPr lang="en-GB" b="0" i="0" dirty="0">
                <a:solidFill>
                  <a:srgbClr val="0D0D0D"/>
                </a:solidFill>
                <a:effectLst/>
                <a:latin typeface="Söhne"/>
              </a:rPr>
              <a:t>The DOM, or Document Object Model, is a programming interface for web documents. It represents the page so that programs </a:t>
            </a:r>
          </a:p>
          <a:p>
            <a:br>
              <a:rPr lang="en-GB" dirty="0"/>
            </a:br>
            <a:r>
              <a:rPr lang="en-GB" dirty="0"/>
              <a:t>Imperative programming means explicitly telling the system </a:t>
            </a:r>
            <a:r>
              <a:rPr lang="en-GB" i="1" dirty="0"/>
              <a:t>how</a:t>
            </a:r>
            <a:r>
              <a:rPr lang="en-GB" dirty="0"/>
              <a:t> to do something step by step.</a:t>
            </a:r>
          </a:p>
          <a:p>
            <a:pPr>
              <a:buFont typeface="Arial" panose="020B0604020202020204" pitchFamily="34" charset="0"/>
              <a:buChar char="•"/>
            </a:pPr>
            <a:r>
              <a:rPr lang="en-GB" dirty="0"/>
              <a:t>You manually manipulate the DOM or state.</a:t>
            </a:r>
          </a:p>
          <a:p>
            <a:pPr>
              <a:buFont typeface="Arial" panose="020B0604020202020204" pitchFamily="34" charset="0"/>
              <a:buChar char="•"/>
            </a:pPr>
            <a:r>
              <a:rPr lang="en-GB" dirty="0"/>
              <a:t>You focus on the </a:t>
            </a:r>
            <a:r>
              <a:rPr lang="en-GB" b="1" dirty="0"/>
              <a:t>sequence of steps</a:t>
            </a:r>
            <a:r>
              <a:rPr lang="en-GB" dirty="0"/>
              <a:t> to achieve a result.</a:t>
            </a:r>
          </a:p>
          <a:p>
            <a:pPr>
              <a:buFont typeface="Arial" panose="020B0604020202020204" pitchFamily="34" charset="0"/>
              <a:buChar char="•"/>
            </a:pPr>
            <a:r>
              <a:rPr lang="en-GB" dirty="0"/>
              <a:t>Example: Using </a:t>
            </a:r>
            <a:r>
              <a:rPr lang="en-GB" dirty="0" err="1"/>
              <a:t>document.getElementById</a:t>
            </a:r>
            <a:r>
              <a:rPr lang="en-GB" dirty="0"/>
              <a:t> or </a:t>
            </a:r>
            <a:r>
              <a:rPr lang="en-GB" dirty="0" err="1"/>
              <a:t>useRef</a:t>
            </a:r>
            <a:r>
              <a:rPr lang="en-GB" dirty="0"/>
              <a:t> to manually update the DOM.</a:t>
            </a:r>
          </a:p>
          <a:p>
            <a:br>
              <a:rPr lang="en-GB" b="0" i="0" dirty="0">
                <a:solidFill>
                  <a:srgbClr val="0D0D0D"/>
                </a:solidFill>
                <a:effectLst/>
                <a:latin typeface="Söhne"/>
              </a:rPr>
            </a:br>
            <a:r>
              <a:rPr lang="en-GB" dirty="0"/>
              <a:t>Declarative programming means describing </a:t>
            </a:r>
            <a:r>
              <a:rPr lang="en-GB" i="1" dirty="0"/>
              <a:t>what</a:t>
            </a:r>
            <a:r>
              <a:rPr lang="en-GB" dirty="0"/>
              <a:t> you want the UI to look like, and React handles updating the DOM for you.</a:t>
            </a:r>
          </a:p>
          <a:p>
            <a:pPr>
              <a:buFont typeface="Arial" panose="020B0604020202020204" pitchFamily="34" charset="0"/>
              <a:buChar char="•"/>
            </a:pPr>
            <a:r>
              <a:rPr lang="en-GB" dirty="0"/>
              <a:t>You describe the </a:t>
            </a:r>
            <a:r>
              <a:rPr lang="en-GB" b="1" dirty="0"/>
              <a:t>final state</a:t>
            </a:r>
            <a:r>
              <a:rPr lang="en-GB" dirty="0"/>
              <a:t> rather than how to achieve it.</a:t>
            </a:r>
          </a:p>
          <a:p>
            <a:pPr>
              <a:buFont typeface="Arial" panose="020B0604020202020204" pitchFamily="34" charset="0"/>
              <a:buChar char="•"/>
            </a:pPr>
            <a:r>
              <a:rPr lang="en-GB" dirty="0"/>
              <a:t>You focus on </a:t>
            </a:r>
            <a:r>
              <a:rPr lang="en-GB" b="1" dirty="0"/>
              <a:t>state and data flow</a:t>
            </a:r>
            <a:r>
              <a:rPr lang="en-GB" dirty="0"/>
              <a:t> instead of direct DOM manipulation.</a:t>
            </a:r>
          </a:p>
          <a:p>
            <a:pPr>
              <a:buFont typeface="Arial" panose="020B0604020202020204" pitchFamily="34" charset="0"/>
              <a:buChar char="•"/>
            </a:pPr>
            <a:r>
              <a:rPr lang="en-GB" dirty="0"/>
              <a:t>Example: Using </a:t>
            </a:r>
            <a:r>
              <a:rPr lang="en-GB" dirty="0" err="1"/>
              <a:t>React’s</a:t>
            </a:r>
            <a:r>
              <a:rPr lang="en-GB" dirty="0"/>
              <a:t> </a:t>
            </a:r>
            <a:r>
              <a:rPr lang="en-GB" dirty="0" err="1"/>
              <a:t>useState</a:t>
            </a:r>
            <a:r>
              <a:rPr lang="en-GB" dirty="0"/>
              <a:t> to control UI changes.</a:t>
            </a:r>
          </a:p>
          <a:p>
            <a:endParaRPr lang="en-IE" dirty="0"/>
          </a:p>
        </p:txBody>
      </p:sp>
      <p:sp>
        <p:nvSpPr>
          <p:cNvPr id="4" name="Slide Number Placeholder 3"/>
          <p:cNvSpPr>
            <a:spLocks noGrp="1"/>
          </p:cNvSpPr>
          <p:nvPr>
            <p:ph type="sldNum" sz="quarter" idx="5"/>
          </p:nvPr>
        </p:nvSpPr>
        <p:spPr/>
        <p:txBody>
          <a:bodyPr/>
          <a:lstStyle/>
          <a:p>
            <a:pPr>
              <a:defRPr/>
            </a:pPr>
            <a:fld id="{59B5789E-C2A1-4F06-AD49-D6F9F59FBA85}" type="slidenum">
              <a:rPr lang="en-US" altLang="en-US" smtClean="0"/>
              <a:pPr>
                <a:defRPr/>
              </a:pPr>
              <a:t>10</a:t>
            </a:fld>
            <a:endParaRPr lang="en-US" altLang="en-US"/>
          </a:p>
        </p:txBody>
      </p:sp>
    </p:spTree>
    <p:extLst>
      <p:ext uri="{BB962C8B-B14F-4D97-AF65-F5344CB8AC3E}">
        <p14:creationId xmlns:p14="http://schemas.microsoft.com/office/powerpoint/2010/main" val="137959572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IE" b="0" i="0" dirty="0">
                <a:solidFill>
                  <a:srgbClr val="0D0D0D"/>
                </a:solidFill>
                <a:effectLst/>
                <a:latin typeface="Söhne"/>
              </a:rPr>
              <a:t>It allows you to write HTML tags in TypeScript files. TypeScript supports JSX and provides type-checking for JSX code, enabling developers to use JSX syntax within TypeScript files (.</a:t>
            </a:r>
            <a:r>
              <a:rPr lang="en-IE" b="0" i="0" dirty="0" err="1">
                <a:solidFill>
                  <a:srgbClr val="0D0D0D"/>
                </a:solidFill>
                <a:effectLst/>
                <a:latin typeface="Söhne"/>
              </a:rPr>
              <a:t>tsx</a:t>
            </a:r>
            <a:r>
              <a:rPr lang="en-IE" b="0" i="0" dirty="0">
                <a:solidFill>
                  <a:srgbClr val="0D0D0D"/>
                </a:solidFill>
                <a:effectLst/>
                <a:latin typeface="Söhne"/>
              </a:rPr>
              <a:t> extension) for building user interfaces in a more expressive and HTML-like syntax.</a:t>
            </a:r>
            <a:endParaRPr lang="en-IE" dirty="0"/>
          </a:p>
        </p:txBody>
      </p:sp>
      <p:sp>
        <p:nvSpPr>
          <p:cNvPr id="4" name="Slide Number Placeholder 3"/>
          <p:cNvSpPr>
            <a:spLocks noGrp="1"/>
          </p:cNvSpPr>
          <p:nvPr>
            <p:ph type="sldNum" sz="quarter" idx="5"/>
          </p:nvPr>
        </p:nvSpPr>
        <p:spPr/>
        <p:txBody>
          <a:bodyPr/>
          <a:lstStyle/>
          <a:p>
            <a:pPr>
              <a:defRPr/>
            </a:pPr>
            <a:fld id="{59B5789E-C2A1-4F06-AD49-D6F9F59FBA85}" type="slidenum">
              <a:rPr lang="en-US" altLang="en-US" smtClean="0"/>
              <a:pPr>
                <a:defRPr/>
              </a:pPr>
              <a:t>11</a:t>
            </a:fld>
            <a:endParaRPr lang="en-US" altLang="en-US"/>
          </a:p>
        </p:txBody>
      </p:sp>
    </p:spTree>
    <p:extLst>
      <p:ext uri="{BB962C8B-B14F-4D97-AF65-F5344CB8AC3E}">
        <p14:creationId xmlns:p14="http://schemas.microsoft.com/office/powerpoint/2010/main" val="425885152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Slide Image Placeholder 1">
            <a:extLst>
              <a:ext uri="{FF2B5EF4-FFF2-40B4-BE49-F238E27FC236}">
                <a16:creationId xmlns:a16="http://schemas.microsoft.com/office/drawing/2014/main" id="{6B326C48-0925-FD7D-BE0E-9062D58B9521}"/>
              </a:ext>
            </a:extLst>
          </p:cNvPr>
          <p:cNvSpPr>
            <a:spLocks noGrp="1" noRot="1" noChangeAspect="1" noChangeArrowheads="1" noTextEdit="1"/>
          </p:cNvSpPr>
          <p:nvPr>
            <p:ph type="sldImg"/>
          </p:nvPr>
        </p:nvSpPr>
        <p:spPr>
          <a:xfrm>
            <a:off x="381000" y="685800"/>
            <a:ext cx="6096000" cy="3429000"/>
          </a:xfrm>
          <a:ln/>
        </p:spPr>
      </p:sp>
      <p:sp>
        <p:nvSpPr>
          <p:cNvPr id="27650" name="Notes Placeholder 2">
            <a:extLst>
              <a:ext uri="{FF2B5EF4-FFF2-40B4-BE49-F238E27FC236}">
                <a16:creationId xmlns:a16="http://schemas.microsoft.com/office/drawing/2014/main" id="{566A7F73-8D66-73D6-CCA7-59BE3B6651B8}"/>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GB" b="0" i="0" dirty="0">
                <a:solidFill>
                  <a:srgbClr val="0D0D0D"/>
                </a:solidFill>
                <a:effectLst/>
                <a:highlight>
                  <a:srgbClr val="FFFFFF"/>
                </a:highlight>
                <a:latin typeface="Söhne"/>
              </a:rPr>
              <a:t>REPL stands for "Read-Eval-Print Loop".</a:t>
            </a:r>
            <a:endParaRPr lang="en-US" altLang="en-US" dirty="0">
              <a:latin typeface="Arial" panose="020B0604020202020204" pitchFamily="34" charset="0"/>
              <a:ea typeface="ＭＳ Ｐゴシック" panose="020B0600070205080204" pitchFamily="34" charset="-128"/>
            </a:endParaRPr>
          </a:p>
        </p:txBody>
      </p:sp>
      <p:sp>
        <p:nvSpPr>
          <p:cNvPr id="27651" name="Slide Number Placeholder 3">
            <a:extLst>
              <a:ext uri="{FF2B5EF4-FFF2-40B4-BE49-F238E27FC236}">
                <a16:creationId xmlns:a16="http://schemas.microsoft.com/office/drawing/2014/main" id="{3634FD05-291D-773B-A7FF-B11C6B1F923B}"/>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fld id="{5BF2117E-EA09-4191-91CB-5C9296EDC926}" type="slidenum">
              <a:rPr lang="en-US" altLang="en-US" smtClean="0"/>
              <a:pPr/>
              <a:t>14</a:t>
            </a:fld>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GB"/>
              <a:t>Click to edit Master title style</a:t>
            </a:r>
            <a:endParaRPr lang="en-US"/>
          </a:p>
        </p:txBody>
      </p:sp>
      <p:sp>
        <p:nvSpPr>
          <p:cNvPr id="3" name="Subtitle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GB"/>
              <a:t>Click to edit Master subtitle style</a:t>
            </a:r>
            <a:endParaRPr lang="en-US"/>
          </a:p>
        </p:txBody>
      </p:sp>
      <p:sp>
        <p:nvSpPr>
          <p:cNvPr id="4" name="Rectangle 4">
            <a:extLst>
              <a:ext uri="{FF2B5EF4-FFF2-40B4-BE49-F238E27FC236}">
                <a16:creationId xmlns:a16="http://schemas.microsoft.com/office/drawing/2014/main" id="{B2DCAC3C-8CEB-2DC4-B1C4-B054AF3BB3FD}"/>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2FEDF0A1-91B4-DCA4-00D5-F32A3488F5D0}"/>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2D0B0A90-DBF6-0496-8495-0D5A24918699}"/>
              </a:ext>
            </a:extLst>
          </p:cNvPr>
          <p:cNvSpPr>
            <a:spLocks noGrp="1" noChangeArrowheads="1"/>
          </p:cNvSpPr>
          <p:nvPr>
            <p:ph type="sldNum" sz="quarter" idx="12"/>
          </p:nvPr>
        </p:nvSpPr>
        <p:spPr>
          <a:ln/>
        </p:spPr>
        <p:txBody>
          <a:bodyPr/>
          <a:lstStyle>
            <a:lvl1pPr>
              <a:defRPr/>
            </a:lvl1pPr>
          </a:lstStyle>
          <a:p>
            <a:pPr>
              <a:defRPr/>
            </a:pPr>
            <a:fld id="{F35020D2-2BF6-49CA-90B7-49C64759FCD7}" type="slidenum">
              <a:rPr lang="en-US" altLang="en-US"/>
              <a:pPr>
                <a:defRPr/>
              </a:pPr>
              <a:t>‹#›</a:t>
            </a:fld>
            <a:endParaRPr lang="en-US" altLang="en-US"/>
          </a:p>
        </p:txBody>
      </p:sp>
    </p:spTree>
    <p:extLst>
      <p:ext uri="{BB962C8B-B14F-4D97-AF65-F5344CB8AC3E}">
        <p14:creationId xmlns:p14="http://schemas.microsoft.com/office/powerpoint/2010/main" val="32503257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Rectangle 4">
            <a:extLst>
              <a:ext uri="{FF2B5EF4-FFF2-40B4-BE49-F238E27FC236}">
                <a16:creationId xmlns:a16="http://schemas.microsoft.com/office/drawing/2014/main" id="{610FE69D-0692-57C7-6CF7-FD6675CA8E26}"/>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93A6078B-279C-060D-FA23-32E2541E4438}"/>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A398B6A2-F994-455D-EC86-AA35D318561E}"/>
              </a:ext>
            </a:extLst>
          </p:cNvPr>
          <p:cNvSpPr>
            <a:spLocks noGrp="1" noChangeArrowheads="1"/>
          </p:cNvSpPr>
          <p:nvPr>
            <p:ph type="sldNum" sz="quarter" idx="12"/>
          </p:nvPr>
        </p:nvSpPr>
        <p:spPr>
          <a:ln/>
        </p:spPr>
        <p:txBody>
          <a:bodyPr/>
          <a:lstStyle>
            <a:lvl1pPr>
              <a:defRPr/>
            </a:lvl1pPr>
          </a:lstStyle>
          <a:p>
            <a:pPr>
              <a:defRPr/>
            </a:pPr>
            <a:fld id="{FF20FD76-2600-470C-B220-FCD85C8E166D}" type="slidenum">
              <a:rPr lang="en-US" altLang="en-US"/>
              <a:pPr>
                <a:defRPr/>
              </a:pPr>
              <a:t>‹#›</a:t>
            </a:fld>
            <a:endParaRPr lang="en-US" altLang="en-US"/>
          </a:p>
        </p:txBody>
      </p:sp>
    </p:spTree>
    <p:extLst>
      <p:ext uri="{BB962C8B-B14F-4D97-AF65-F5344CB8AC3E}">
        <p14:creationId xmlns:p14="http://schemas.microsoft.com/office/powerpoint/2010/main" val="39347119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GB"/>
              <a:t>Click to edit Master title style</a:t>
            </a:r>
            <a:endParaRPr lang="en-US"/>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GB"/>
              <a:t>Click to edit Master text styles</a:t>
            </a:r>
          </a:p>
        </p:txBody>
      </p:sp>
      <p:sp>
        <p:nvSpPr>
          <p:cNvPr id="4" name="Rectangle 4">
            <a:extLst>
              <a:ext uri="{FF2B5EF4-FFF2-40B4-BE49-F238E27FC236}">
                <a16:creationId xmlns:a16="http://schemas.microsoft.com/office/drawing/2014/main" id="{08AB5B60-5E70-2793-D663-89EB833783B5}"/>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69DDA92E-5AD2-D0A0-1FFE-9A2F75FC3A4F}"/>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15B3A473-E8C4-62CB-0078-919A260EC473}"/>
              </a:ext>
            </a:extLst>
          </p:cNvPr>
          <p:cNvSpPr>
            <a:spLocks noGrp="1" noChangeArrowheads="1"/>
          </p:cNvSpPr>
          <p:nvPr>
            <p:ph type="sldNum" sz="quarter" idx="12"/>
          </p:nvPr>
        </p:nvSpPr>
        <p:spPr>
          <a:ln/>
        </p:spPr>
        <p:txBody>
          <a:bodyPr/>
          <a:lstStyle>
            <a:lvl1pPr>
              <a:defRPr/>
            </a:lvl1pPr>
          </a:lstStyle>
          <a:p>
            <a:pPr>
              <a:defRPr/>
            </a:pPr>
            <a:fld id="{06E310F8-678A-4CCD-9011-EC89267EF9E0}" type="slidenum">
              <a:rPr lang="en-US" altLang="en-US"/>
              <a:pPr>
                <a:defRPr/>
              </a:pPr>
              <a:t>‹#›</a:t>
            </a:fld>
            <a:endParaRPr lang="en-US" altLang="en-US"/>
          </a:p>
        </p:txBody>
      </p:sp>
    </p:spTree>
    <p:extLst>
      <p:ext uri="{BB962C8B-B14F-4D97-AF65-F5344CB8AC3E}">
        <p14:creationId xmlns:p14="http://schemas.microsoft.com/office/powerpoint/2010/main" val="20706452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Rectangle 4">
            <a:extLst>
              <a:ext uri="{FF2B5EF4-FFF2-40B4-BE49-F238E27FC236}">
                <a16:creationId xmlns:a16="http://schemas.microsoft.com/office/drawing/2014/main" id="{747F7271-BF35-C6FB-8535-1AEFF6FB787B}"/>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565D9C61-CB4C-EBB5-A86F-E139D91783F5}"/>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AD25033B-9A8C-2E81-A28C-37E6C743ECDE}"/>
              </a:ext>
            </a:extLst>
          </p:cNvPr>
          <p:cNvSpPr>
            <a:spLocks noGrp="1" noChangeArrowheads="1"/>
          </p:cNvSpPr>
          <p:nvPr>
            <p:ph type="sldNum" sz="quarter" idx="12"/>
          </p:nvPr>
        </p:nvSpPr>
        <p:spPr>
          <a:ln/>
        </p:spPr>
        <p:txBody>
          <a:bodyPr/>
          <a:lstStyle>
            <a:lvl1pPr>
              <a:defRPr/>
            </a:lvl1pPr>
          </a:lstStyle>
          <a:p>
            <a:pPr>
              <a:defRPr/>
            </a:pPr>
            <a:fld id="{5EEFC9AB-7780-4925-9113-F166AE943A32}" type="slidenum">
              <a:rPr lang="en-US" altLang="en-US"/>
              <a:pPr>
                <a:defRPr/>
              </a:pPr>
              <a:t>‹#›</a:t>
            </a:fld>
            <a:endParaRPr lang="en-US" altLang="en-US"/>
          </a:p>
        </p:txBody>
      </p:sp>
    </p:spTree>
    <p:extLst>
      <p:ext uri="{BB962C8B-B14F-4D97-AF65-F5344CB8AC3E}">
        <p14:creationId xmlns:p14="http://schemas.microsoft.com/office/powerpoint/2010/main" val="20868813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Rectangle 4">
            <a:extLst>
              <a:ext uri="{FF2B5EF4-FFF2-40B4-BE49-F238E27FC236}">
                <a16:creationId xmlns:a16="http://schemas.microsoft.com/office/drawing/2014/main" id="{B2F255F5-A0E9-3203-E31A-6C55F01D0058}"/>
              </a:ext>
            </a:extLst>
          </p:cNvPr>
          <p:cNvSpPr>
            <a:spLocks noGrp="1" noChangeArrowheads="1"/>
          </p:cNvSpPr>
          <p:nvPr>
            <p:ph type="dt" sz="half" idx="10"/>
          </p:nvPr>
        </p:nvSpPr>
        <p:spPr>
          <a:ln/>
        </p:spPr>
        <p:txBody>
          <a:bodyPr/>
          <a:lstStyle>
            <a:lvl1pPr>
              <a:defRPr/>
            </a:lvl1pPr>
          </a:lstStyle>
          <a:p>
            <a:pPr>
              <a:defRPr/>
            </a:pPr>
            <a:endParaRPr lang="en-US"/>
          </a:p>
        </p:txBody>
      </p:sp>
      <p:sp>
        <p:nvSpPr>
          <p:cNvPr id="8" name="Rectangle 5">
            <a:extLst>
              <a:ext uri="{FF2B5EF4-FFF2-40B4-BE49-F238E27FC236}">
                <a16:creationId xmlns:a16="http://schemas.microsoft.com/office/drawing/2014/main" id="{4AC3C23B-23E5-A773-3240-08A3997E235A}"/>
              </a:ext>
            </a:extLst>
          </p:cNvPr>
          <p:cNvSpPr>
            <a:spLocks noGrp="1" noChangeArrowheads="1"/>
          </p:cNvSpPr>
          <p:nvPr>
            <p:ph type="ftr" sz="quarter" idx="11"/>
          </p:nvPr>
        </p:nvSpPr>
        <p:spPr>
          <a:ln/>
        </p:spPr>
        <p:txBody>
          <a:bodyPr/>
          <a:lstStyle>
            <a:lvl1pPr>
              <a:defRPr/>
            </a:lvl1pPr>
          </a:lstStyle>
          <a:p>
            <a:pPr>
              <a:defRPr/>
            </a:pPr>
            <a:endParaRPr lang="en-US"/>
          </a:p>
        </p:txBody>
      </p:sp>
      <p:sp>
        <p:nvSpPr>
          <p:cNvPr id="9" name="Rectangle 6">
            <a:extLst>
              <a:ext uri="{FF2B5EF4-FFF2-40B4-BE49-F238E27FC236}">
                <a16:creationId xmlns:a16="http://schemas.microsoft.com/office/drawing/2014/main" id="{74186354-6450-081E-8CB7-2919E23D1685}"/>
              </a:ext>
            </a:extLst>
          </p:cNvPr>
          <p:cNvSpPr>
            <a:spLocks noGrp="1" noChangeArrowheads="1"/>
          </p:cNvSpPr>
          <p:nvPr>
            <p:ph type="sldNum" sz="quarter" idx="12"/>
          </p:nvPr>
        </p:nvSpPr>
        <p:spPr>
          <a:ln/>
        </p:spPr>
        <p:txBody>
          <a:bodyPr/>
          <a:lstStyle>
            <a:lvl1pPr>
              <a:defRPr/>
            </a:lvl1pPr>
          </a:lstStyle>
          <a:p>
            <a:pPr>
              <a:defRPr/>
            </a:pPr>
            <a:fld id="{C67E753F-9DF2-4429-B732-01A0D9F79087}" type="slidenum">
              <a:rPr lang="en-US" altLang="en-US"/>
              <a:pPr>
                <a:defRPr/>
              </a:pPr>
              <a:t>‹#›</a:t>
            </a:fld>
            <a:endParaRPr lang="en-US" altLang="en-US"/>
          </a:p>
        </p:txBody>
      </p:sp>
    </p:spTree>
    <p:extLst>
      <p:ext uri="{BB962C8B-B14F-4D97-AF65-F5344CB8AC3E}">
        <p14:creationId xmlns:p14="http://schemas.microsoft.com/office/powerpoint/2010/main" val="29884868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Rectangle 4">
            <a:extLst>
              <a:ext uri="{FF2B5EF4-FFF2-40B4-BE49-F238E27FC236}">
                <a16:creationId xmlns:a16="http://schemas.microsoft.com/office/drawing/2014/main" id="{531295F0-206B-596F-5026-D555AAA33091}"/>
              </a:ext>
            </a:extLst>
          </p:cNvPr>
          <p:cNvSpPr>
            <a:spLocks noGrp="1" noChangeArrowheads="1"/>
          </p:cNvSpPr>
          <p:nvPr>
            <p:ph type="dt" sz="half" idx="10"/>
          </p:nvPr>
        </p:nvSpPr>
        <p:spPr>
          <a:ln/>
        </p:spPr>
        <p:txBody>
          <a:bodyPr/>
          <a:lstStyle>
            <a:lvl1pPr>
              <a:defRPr/>
            </a:lvl1pPr>
          </a:lstStyle>
          <a:p>
            <a:pPr>
              <a:defRPr/>
            </a:pPr>
            <a:endParaRPr lang="en-US"/>
          </a:p>
        </p:txBody>
      </p:sp>
      <p:sp>
        <p:nvSpPr>
          <p:cNvPr id="4" name="Rectangle 5">
            <a:extLst>
              <a:ext uri="{FF2B5EF4-FFF2-40B4-BE49-F238E27FC236}">
                <a16:creationId xmlns:a16="http://schemas.microsoft.com/office/drawing/2014/main" id="{D749AE1D-A07B-1D98-CC8C-72A72CDC175D}"/>
              </a:ext>
            </a:extLst>
          </p:cNvPr>
          <p:cNvSpPr>
            <a:spLocks noGrp="1" noChangeArrowheads="1"/>
          </p:cNvSpPr>
          <p:nvPr>
            <p:ph type="ftr" sz="quarter" idx="11"/>
          </p:nvPr>
        </p:nvSpPr>
        <p:spPr>
          <a:ln/>
        </p:spPr>
        <p:txBody>
          <a:bodyPr/>
          <a:lstStyle>
            <a:lvl1pPr>
              <a:defRPr/>
            </a:lvl1pPr>
          </a:lstStyle>
          <a:p>
            <a:pPr>
              <a:defRPr/>
            </a:pPr>
            <a:endParaRPr lang="en-US"/>
          </a:p>
        </p:txBody>
      </p:sp>
      <p:sp>
        <p:nvSpPr>
          <p:cNvPr id="5" name="Rectangle 6">
            <a:extLst>
              <a:ext uri="{FF2B5EF4-FFF2-40B4-BE49-F238E27FC236}">
                <a16:creationId xmlns:a16="http://schemas.microsoft.com/office/drawing/2014/main" id="{D4EF6B31-CBE4-BF23-8161-06580DDA9116}"/>
              </a:ext>
            </a:extLst>
          </p:cNvPr>
          <p:cNvSpPr>
            <a:spLocks noGrp="1" noChangeArrowheads="1"/>
          </p:cNvSpPr>
          <p:nvPr>
            <p:ph type="sldNum" sz="quarter" idx="12"/>
          </p:nvPr>
        </p:nvSpPr>
        <p:spPr>
          <a:ln/>
        </p:spPr>
        <p:txBody>
          <a:bodyPr/>
          <a:lstStyle>
            <a:lvl1pPr>
              <a:defRPr/>
            </a:lvl1pPr>
          </a:lstStyle>
          <a:p>
            <a:pPr>
              <a:defRPr/>
            </a:pPr>
            <a:fld id="{15C525B3-71AC-4963-81CC-476B7FE86059}" type="slidenum">
              <a:rPr lang="en-US" altLang="en-US"/>
              <a:pPr>
                <a:defRPr/>
              </a:pPr>
              <a:t>‹#›</a:t>
            </a:fld>
            <a:endParaRPr lang="en-US" altLang="en-US"/>
          </a:p>
        </p:txBody>
      </p:sp>
    </p:spTree>
    <p:extLst>
      <p:ext uri="{BB962C8B-B14F-4D97-AF65-F5344CB8AC3E}">
        <p14:creationId xmlns:p14="http://schemas.microsoft.com/office/powerpoint/2010/main" val="25758997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5B624AA2-02FF-CA5D-F444-3D6D82BB00A2}"/>
              </a:ext>
            </a:extLst>
          </p:cNvPr>
          <p:cNvSpPr>
            <a:spLocks noGrp="1" noChangeArrowheads="1"/>
          </p:cNvSpPr>
          <p:nvPr>
            <p:ph type="dt" sz="half" idx="10"/>
          </p:nvPr>
        </p:nvSpPr>
        <p:spPr>
          <a:ln/>
        </p:spPr>
        <p:txBody>
          <a:bodyPr/>
          <a:lstStyle>
            <a:lvl1pPr>
              <a:defRPr/>
            </a:lvl1pPr>
          </a:lstStyle>
          <a:p>
            <a:pPr>
              <a:defRPr/>
            </a:pPr>
            <a:endParaRPr lang="en-US"/>
          </a:p>
        </p:txBody>
      </p:sp>
      <p:sp>
        <p:nvSpPr>
          <p:cNvPr id="3" name="Rectangle 5">
            <a:extLst>
              <a:ext uri="{FF2B5EF4-FFF2-40B4-BE49-F238E27FC236}">
                <a16:creationId xmlns:a16="http://schemas.microsoft.com/office/drawing/2014/main" id="{457B7697-4918-E7B1-698C-2422F31999AD}"/>
              </a:ext>
            </a:extLst>
          </p:cNvPr>
          <p:cNvSpPr>
            <a:spLocks noGrp="1" noChangeArrowheads="1"/>
          </p:cNvSpPr>
          <p:nvPr>
            <p:ph type="ftr" sz="quarter" idx="11"/>
          </p:nvPr>
        </p:nvSpPr>
        <p:spPr>
          <a:ln/>
        </p:spPr>
        <p:txBody>
          <a:bodyPr/>
          <a:lstStyle>
            <a:lvl1pPr>
              <a:defRPr/>
            </a:lvl1pPr>
          </a:lstStyle>
          <a:p>
            <a:pPr>
              <a:defRPr/>
            </a:pPr>
            <a:endParaRPr lang="en-US"/>
          </a:p>
        </p:txBody>
      </p:sp>
      <p:sp>
        <p:nvSpPr>
          <p:cNvPr id="4" name="Rectangle 6">
            <a:extLst>
              <a:ext uri="{FF2B5EF4-FFF2-40B4-BE49-F238E27FC236}">
                <a16:creationId xmlns:a16="http://schemas.microsoft.com/office/drawing/2014/main" id="{2705B89D-73D0-5568-F271-60638419EB9B}"/>
              </a:ext>
            </a:extLst>
          </p:cNvPr>
          <p:cNvSpPr>
            <a:spLocks noGrp="1" noChangeArrowheads="1"/>
          </p:cNvSpPr>
          <p:nvPr>
            <p:ph type="sldNum" sz="quarter" idx="12"/>
          </p:nvPr>
        </p:nvSpPr>
        <p:spPr>
          <a:ln/>
        </p:spPr>
        <p:txBody>
          <a:bodyPr/>
          <a:lstStyle>
            <a:lvl1pPr>
              <a:defRPr/>
            </a:lvl1pPr>
          </a:lstStyle>
          <a:p>
            <a:pPr>
              <a:defRPr/>
            </a:pPr>
            <a:fld id="{ED345493-4DFD-48CE-B16B-51EAE34151B2}" type="slidenum">
              <a:rPr lang="en-US" altLang="en-US"/>
              <a:pPr>
                <a:defRPr/>
              </a:pPr>
              <a:t>‹#›</a:t>
            </a:fld>
            <a:endParaRPr lang="en-US" altLang="en-US"/>
          </a:p>
        </p:txBody>
      </p:sp>
    </p:spTree>
    <p:extLst>
      <p:ext uri="{BB962C8B-B14F-4D97-AF65-F5344CB8AC3E}">
        <p14:creationId xmlns:p14="http://schemas.microsoft.com/office/powerpoint/2010/main" val="19399678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GB"/>
              <a:t>Click to edit Master title style</a:t>
            </a:r>
            <a:endParaRPr lang="en-US"/>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Rectangle 4">
            <a:extLst>
              <a:ext uri="{FF2B5EF4-FFF2-40B4-BE49-F238E27FC236}">
                <a16:creationId xmlns:a16="http://schemas.microsoft.com/office/drawing/2014/main" id="{7BE64AD7-EC52-B387-16BB-A3AC6A295FA4}"/>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309C383D-810C-4004-31B5-BB289BE0499C}"/>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5449CD3F-FDDE-2330-AD88-F1C0C2932CF8}"/>
              </a:ext>
            </a:extLst>
          </p:cNvPr>
          <p:cNvSpPr>
            <a:spLocks noGrp="1" noChangeArrowheads="1"/>
          </p:cNvSpPr>
          <p:nvPr>
            <p:ph type="sldNum" sz="quarter" idx="12"/>
          </p:nvPr>
        </p:nvSpPr>
        <p:spPr>
          <a:ln/>
        </p:spPr>
        <p:txBody>
          <a:bodyPr/>
          <a:lstStyle>
            <a:lvl1pPr>
              <a:defRPr/>
            </a:lvl1pPr>
          </a:lstStyle>
          <a:p>
            <a:pPr>
              <a:defRPr/>
            </a:pPr>
            <a:fld id="{A44051C0-D0C3-46A2-8DD8-2EC8E5C3842C}" type="slidenum">
              <a:rPr lang="en-US" altLang="en-US"/>
              <a:pPr>
                <a:defRPr/>
              </a:pPr>
              <a:t>‹#›</a:t>
            </a:fld>
            <a:endParaRPr lang="en-US" altLang="en-US"/>
          </a:p>
        </p:txBody>
      </p:sp>
    </p:spTree>
    <p:extLst>
      <p:ext uri="{BB962C8B-B14F-4D97-AF65-F5344CB8AC3E}">
        <p14:creationId xmlns:p14="http://schemas.microsoft.com/office/powerpoint/2010/main" val="8582351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GB"/>
              <a:t>Click to edit Master title style</a:t>
            </a:r>
            <a:endParaRPr lang="en-US"/>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Rectangle 4">
            <a:extLst>
              <a:ext uri="{FF2B5EF4-FFF2-40B4-BE49-F238E27FC236}">
                <a16:creationId xmlns:a16="http://schemas.microsoft.com/office/drawing/2014/main" id="{E2894987-4571-63E7-A934-3472F289843B}"/>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6AFC234E-49A4-B932-C44F-902279986800}"/>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7AF28F58-7B12-0995-1D2D-9E3CF7808659}"/>
              </a:ext>
            </a:extLst>
          </p:cNvPr>
          <p:cNvSpPr>
            <a:spLocks noGrp="1" noChangeArrowheads="1"/>
          </p:cNvSpPr>
          <p:nvPr>
            <p:ph type="sldNum" sz="quarter" idx="12"/>
          </p:nvPr>
        </p:nvSpPr>
        <p:spPr>
          <a:ln/>
        </p:spPr>
        <p:txBody>
          <a:bodyPr/>
          <a:lstStyle>
            <a:lvl1pPr>
              <a:defRPr/>
            </a:lvl1pPr>
          </a:lstStyle>
          <a:p>
            <a:pPr>
              <a:defRPr/>
            </a:pPr>
            <a:fld id="{FFD84A79-2C5D-45ED-A6A5-1FF48B1A5309}" type="slidenum">
              <a:rPr lang="en-US" altLang="en-US"/>
              <a:pPr>
                <a:defRPr/>
              </a:pPr>
              <a:t>‹#›</a:t>
            </a:fld>
            <a:endParaRPr lang="en-US" altLang="en-US"/>
          </a:p>
        </p:txBody>
      </p:sp>
    </p:spTree>
    <p:extLst>
      <p:ext uri="{BB962C8B-B14F-4D97-AF65-F5344CB8AC3E}">
        <p14:creationId xmlns:p14="http://schemas.microsoft.com/office/powerpoint/2010/main" val="789513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Rectangle 4">
            <a:extLst>
              <a:ext uri="{FF2B5EF4-FFF2-40B4-BE49-F238E27FC236}">
                <a16:creationId xmlns:a16="http://schemas.microsoft.com/office/drawing/2014/main" id="{38C11314-3FF4-0961-7D99-547622C0BD6E}"/>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BC2D633F-75E0-5231-3740-452A50B0CC0D}"/>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518B562A-2C8E-F7D8-F9C7-86432D8B3EFC}"/>
              </a:ext>
            </a:extLst>
          </p:cNvPr>
          <p:cNvSpPr>
            <a:spLocks noGrp="1" noChangeArrowheads="1"/>
          </p:cNvSpPr>
          <p:nvPr>
            <p:ph type="sldNum" sz="quarter" idx="12"/>
          </p:nvPr>
        </p:nvSpPr>
        <p:spPr>
          <a:ln/>
        </p:spPr>
        <p:txBody>
          <a:bodyPr/>
          <a:lstStyle>
            <a:lvl1pPr>
              <a:defRPr/>
            </a:lvl1pPr>
          </a:lstStyle>
          <a:p>
            <a:pPr>
              <a:defRPr/>
            </a:pPr>
            <a:fld id="{298BE005-0825-468C-AA99-4AB4DD8BA5EA}" type="slidenum">
              <a:rPr lang="en-US" altLang="en-US"/>
              <a:pPr>
                <a:defRPr/>
              </a:pPr>
              <a:t>‹#›</a:t>
            </a:fld>
            <a:endParaRPr lang="en-US" altLang="en-US"/>
          </a:p>
        </p:txBody>
      </p:sp>
    </p:spTree>
    <p:extLst>
      <p:ext uri="{BB962C8B-B14F-4D97-AF65-F5344CB8AC3E}">
        <p14:creationId xmlns:p14="http://schemas.microsoft.com/office/powerpoint/2010/main" val="42143236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Rectangle 4">
            <a:extLst>
              <a:ext uri="{FF2B5EF4-FFF2-40B4-BE49-F238E27FC236}">
                <a16:creationId xmlns:a16="http://schemas.microsoft.com/office/drawing/2014/main" id="{F477DF65-A5AD-8727-8CBC-C3FC89A79260}"/>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7E86BA96-1802-458A-C0E1-623100BAEB72}"/>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FC9A3FD2-D7D7-99B7-FAA6-8B3772BDE1C9}"/>
              </a:ext>
            </a:extLst>
          </p:cNvPr>
          <p:cNvSpPr>
            <a:spLocks noGrp="1" noChangeArrowheads="1"/>
          </p:cNvSpPr>
          <p:nvPr>
            <p:ph type="sldNum" sz="quarter" idx="12"/>
          </p:nvPr>
        </p:nvSpPr>
        <p:spPr>
          <a:ln/>
        </p:spPr>
        <p:txBody>
          <a:bodyPr/>
          <a:lstStyle>
            <a:lvl1pPr>
              <a:defRPr/>
            </a:lvl1pPr>
          </a:lstStyle>
          <a:p>
            <a:pPr>
              <a:defRPr/>
            </a:pPr>
            <a:fld id="{0476A2D5-EAC8-4371-8A68-90031EF61090}" type="slidenum">
              <a:rPr lang="en-US" altLang="en-US"/>
              <a:pPr>
                <a:defRPr/>
              </a:pPr>
              <a:t>‹#›</a:t>
            </a:fld>
            <a:endParaRPr lang="en-US" altLang="en-US"/>
          </a:p>
        </p:txBody>
      </p:sp>
    </p:spTree>
    <p:extLst>
      <p:ext uri="{BB962C8B-B14F-4D97-AF65-F5344CB8AC3E}">
        <p14:creationId xmlns:p14="http://schemas.microsoft.com/office/powerpoint/2010/main" val="25014332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D5AEBEA2-D9EB-CC8D-A919-64363336C9E2}"/>
              </a:ext>
            </a:extLst>
          </p:cNvPr>
          <p:cNvSpPr>
            <a:spLocks noGrp="1" noChangeArrowheads="1"/>
          </p:cNvSpPr>
          <p:nvPr>
            <p:ph type="title"/>
          </p:nvPr>
        </p:nvSpPr>
        <p:spPr bwMode="auto">
          <a:xfrm>
            <a:off x="609600" y="274638"/>
            <a:ext cx="10972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Rectangle 3">
            <a:extLst>
              <a:ext uri="{FF2B5EF4-FFF2-40B4-BE49-F238E27FC236}">
                <a16:creationId xmlns:a16="http://schemas.microsoft.com/office/drawing/2014/main" id="{1AA56DD5-BDC5-53E8-80C5-F964BD143E5A}"/>
              </a:ext>
            </a:extLst>
          </p:cNvPr>
          <p:cNvSpPr>
            <a:spLocks noGrp="1" noChangeArrowheads="1"/>
          </p:cNvSpPr>
          <p:nvPr>
            <p:ph type="body" idx="1"/>
          </p:nvPr>
        </p:nvSpPr>
        <p:spPr bwMode="auto">
          <a:xfrm>
            <a:off x="609600" y="1600201"/>
            <a:ext cx="109728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8" name="Rectangle 4">
            <a:extLst>
              <a:ext uri="{FF2B5EF4-FFF2-40B4-BE49-F238E27FC236}">
                <a16:creationId xmlns:a16="http://schemas.microsoft.com/office/drawing/2014/main" id="{BAB3E009-3B8B-F744-6A03-F273E005F239}"/>
              </a:ext>
            </a:extLst>
          </p:cNvPr>
          <p:cNvSpPr>
            <a:spLocks noGrp="1" noChangeArrowheads="1"/>
          </p:cNvSpPr>
          <p:nvPr>
            <p:ph type="dt" sz="half" idx="2"/>
          </p:nvPr>
        </p:nvSpPr>
        <p:spPr bwMode="auto">
          <a:xfrm>
            <a:off x="609600" y="6245225"/>
            <a:ext cx="28448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400">
                <a:latin typeface="Arial" pitchFamily="-106" charset="0"/>
                <a:ea typeface="+mn-ea"/>
                <a:cs typeface="+mn-cs"/>
              </a:defRPr>
            </a:lvl1pPr>
          </a:lstStyle>
          <a:p>
            <a:pPr>
              <a:defRPr/>
            </a:pPr>
            <a:endParaRPr lang="en-US"/>
          </a:p>
        </p:txBody>
      </p:sp>
      <p:sp>
        <p:nvSpPr>
          <p:cNvPr id="1029" name="Rectangle 5">
            <a:extLst>
              <a:ext uri="{FF2B5EF4-FFF2-40B4-BE49-F238E27FC236}">
                <a16:creationId xmlns:a16="http://schemas.microsoft.com/office/drawing/2014/main" id="{D4FB350D-6452-8CB9-B03B-8BDD92C57540}"/>
              </a:ext>
            </a:extLst>
          </p:cNvPr>
          <p:cNvSpPr>
            <a:spLocks noGrp="1" noChangeArrowheads="1"/>
          </p:cNvSpPr>
          <p:nvPr>
            <p:ph type="ftr" sz="quarter" idx="3"/>
          </p:nvPr>
        </p:nvSpPr>
        <p:spPr bwMode="auto">
          <a:xfrm>
            <a:off x="4165600" y="6245225"/>
            <a:ext cx="38608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400">
                <a:latin typeface="Arial" pitchFamily="-106" charset="0"/>
                <a:ea typeface="+mn-ea"/>
                <a:cs typeface="+mn-cs"/>
              </a:defRPr>
            </a:lvl1pPr>
          </a:lstStyle>
          <a:p>
            <a:pPr>
              <a:defRPr/>
            </a:pPr>
            <a:endParaRPr lang="en-US"/>
          </a:p>
        </p:txBody>
      </p:sp>
      <p:sp>
        <p:nvSpPr>
          <p:cNvPr id="1030" name="Rectangle 6">
            <a:extLst>
              <a:ext uri="{FF2B5EF4-FFF2-40B4-BE49-F238E27FC236}">
                <a16:creationId xmlns:a16="http://schemas.microsoft.com/office/drawing/2014/main" id="{6A7C7E1B-36B3-9FED-8D96-F7F1BB8C799D}"/>
              </a:ext>
            </a:extLst>
          </p:cNvPr>
          <p:cNvSpPr>
            <a:spLocks noGrp="1" noChangeArrowheads="1"/>
          </p:cNvSpPr>
          <p:nvPr>
            <p:ph type="sldNum" sz="quarter" idx="4"/>
          </p:nvPr>
        </p:nvSpPr>
        <p:spPr bwMode="auto">
          <a:xfrm>
            <a:off x="8737600" y="6245225"/>
            <a:ext cx="28448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400"/>
            </a:lvl1pPr>
          </a:lstStyle>
          <a:p>
            <a:pPr>
              <a:defRPr/>
            </a:pPr>
            <a:fld id="{CE8ADBAE-735E-4A49-8731-3E835CBBF11C}"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rtl="0" eaLnBrk="0" fontAlgn="base" hangingPunct="0">
        <a:spcBef>
          <a:spcPct val="0"/>
        </a:spcBef>
        <a:spcAft>
          <a:spcPct val="0"/>
        </a:spcAft>
        <a:defRPr sz="3200">
          <a:solidFill>
            <a:schemeClr val="tx2"/>
          </a:solidFill>
          <a:latin typeface="+mj-lt"/>
          <a:ea typeface="ＭＳ Ｐゴシック" pitchFamily="-106" charset="-128"/>
          <a:cs typeface="ＭＳ Ｐゴシック" pitchFamily="-106" charset="-128"/>
        </a:defRPr>
      </a:lvl1pPr>
      <a:lvl2pPr algn="ctr" rtl="0" eaLnBrk="0" fontAlgn="base" hangingPunct="0">
        <a:spcBef>
          <a:spcPct val="0"/>
        </a:spcBef>
        <a:spcAft>
          <a:spcPct val="0"/>
        </a:spcAft>
        <a:defRPr sz="3200">
          <a:solidFill>
            <a:schemeClr val="tx2"/>
          </a:solidFill>
          <a:latin typeface="Arial" pitchFamily="-106" charset="0"/>
          <a:ea typeface="ＭＳ Ｐゴシック" pitchFamily="-106" charset="-128"/>
          <a:cs typeface="ＭＳ Ｐゴシック" pitchFamily="-106" charset="-128"/>
        </a:defRPr>
      </a:lvl2pPr>
      <a:lvl3pPr algn="ctr" rtl="0" eaLnBrk="0" fontAlgn="base" hangingPunct="0">
        <a:spcBef>
          <a:spcPct val="0"/>
        </a:spcBef>
        <a:spcAft>
          <a:spcPct val="0"/>
        </a:spcAft>
        <a:defRPr sz="3200">
          <a:solidFill>
            <a:schemeClr val="tx2"/>
          </a:solidFill>
          <a:latin typeface="Arial" pitchFamily="-106" charset="0"/>
          <a:ea typeface="ＭＳ Ｐゴシック" pitchFamily="-106" charset="-128"/>
          <a:cs typeface="ＭＳ Ｐゴシック" pitchFamily="-106" charset="-128"/>
        </a:defRPr>
      </a:lvl3pPr>
      <a:lvl4pPr algn="ctr" rtl="0" eaLnBrk="0" fontAlgn="base" hangingPunct="0">
        <a:spcBef>
          <a:spcPct val="0"/>
        </a:spcBef>
        <a:spcAft>
          <a:spcPct val="0"/>
        </a:spcAft>
        <a:defRPr sz="3200">
          <a:solidFill>
            <a:schemeClr val="tx2"/>
          </a:solidFill>
          <a:latin typeface="Arial" pitchFamily="-106" charset="0"/>
          <a:ea typeface="ＭＳ Ｐゴシック" pitchFamily="-106" charset="-128"/>
          <a:cs typeface="ＭＳ Ｐゴシック" pitchFamily="-106" charset="-128"/>
        </a:defRPr>
      </a:lvl4pPr>
      <a:lvl5pPr algn="ctr" rtl="0" eaLnBrk="0" fontAlgn="base" hangingPunct="0">
        <a:spcBef>
          <a:spcPct val="0"/>
        </a:spcBef>
        <a:spcAft>
          <a:spcPct val="0"/>
        </a:spcAft>
        <a:defRPr sz="3200">
          <a:solidFill>
            <a:schemeClr val="tx2"/>
          </a:solidFill>
          <a:latin typeface="Arial" pitchFamily="-106" charset="0"/>
          <a:ea typeface="ＭＳ Ｐゴシック" pitchFamily="-106" charset="-128"/>
          <a:cs typeface="ＭＳ Ｐゴシック" pitchFamily="-106" charset="-128"/>
        </a:defRPr>
      </a:lvl5pPr>
      <a:lvl6pPr marL="457200" algn="ctr" rtl="0" fontAlgn="base">
        <a:spcBef>
          <a:spcPct val="0"/>
        </a:spcBef>
        <a:spcAft>
          <a:spcPct val="0"/>
        </a:spcAft>
        <a:defRPr sz="3200">
          <a:solidFill>
            <a:schemeClr val="tx2"/>
          </a:solidFill>
          <a:latin typeface="Arial" pitchFamily="-106" charset="0"/>
        </a:defRPr>
      </a:lvl6pPr>
      <a:lvl7pPr marL="914400" algn="ctr" rtl="0" fontAlgn="base">
        <a:spcBef>
          <a:spcPct val="0"/>
        </a:spcBef>
        <a:spcAft>
          <a:spcPct val="0"/>
        </a:spcAft>
        <a:defRPr sz="3200">
          <a:solidFill>
            <a:schemeClr val="tx2"/>
          </a:solidFill>
          <a:latin typeface="Arial" pitchFamily="-106" charset="0"/>
        </a:defRPr>
      </a:lvl7pPr>
      <a:lvl8pPr marL="1371600" algn="ctr" rtl="0" fontAlgn="base">
        <a:spcBef>
          <a:spcPct val="0"/>
        </a:spcBef>
        <a:spcAft>
          <a:spcPct val="0"/>
        </a:spcAft>
        <a:defRPr sz="3200">
          <a:solidFill>
            <a:schemeClr val="tx2"/>
          </a:solidFill>
          <a:latin typeface="Arial" pitchFamily="-106" charset="0"/>
        </a:defRPr>
      </a:lvl8pPr>
      <a:lvl9pPr marL="1828800" algn="ctr" rtl="0" fontAlgn="base">
        <a:spcBef>
          <a:spcPct val="0"/>
        </a:spcBef>
        <a:spcAft>
          <a:spcPct val="0"/>
        </a:spcAft>
        <a:defRPr sz="3200">
          <a:solidFill>
            <a:schemeClr val="tx2"/>
          </a:solidFill>
          <a:latin typeface="Arial" pitchFamily="-106" charset="0"/>
        </a:defRPr>
      </a:lvl9pPr>
    </p:titleStyle>
    <p:bodyStyle>
      <a:lvl1pPr marL="342900" indent="-342900" algn="l" rtl="0" eaLnBrk="0" fontAlgn="base" hangingPunct="0">
        <a:spcBef>
          <a:spcPct val="20000"/>
        </a:spcBef>
        <a:spcAft>
          <a:spcPct val="0"/>
        </a:spcAft>
        <a:buChar char="•"/>
        <a:defRPr b="1">
          <a:solidFill>
            <a:schemeClr val="tx1"/>
          </a:solidFill>
          <a:latin typeface="+mn-lt"/>
          <a:ea typeface="ＭＳ Ｐゴシック" pitchFamily="-106" charset="-128"/>
          <a:cs typeface="ＭＳ Ｐゴシック" pitchFamily="-106" charset="-128"/>
        </a:defRPr>
      </a:lvl1pPr>
      <a:lvl2pPr marL="742950" indent="-285750" algn="l" rtl="0" eaLnBrk="0" fontAlgn="base" hangingPunct="0">
        <a:spcBef>
          <a:spcPct val="20000"/>
        </a:spcBef>
        <a:spcAft>
          <a:spcPct val="0"/>
        </a:spcAft>
        <a:buChar char="–"/>
        <a:defRPr b="1">
          <a:solidFill>
            <a:schemeClr val="tx1"/>
          </a:solidFill>
          <a:latin typeface="+mn-lt"/>
          <a:ea typeface="ＭＳ Ｐゴシック" pitchFamily="-106" charset="-128"/>
        </a:defRPr>
      </a:lvl2pPr>
      <a:lvl3pPr marL="1143000" indent="-228600" algn="l" rtl="0" eaLnBrk="0" fontAlgn="base" hangingPunct="0">
        <a:spcBef>
          <a:spcPct val="20000"/>
        </a:spcBef>
        <a:spcAft>
          <a:spcPct val="0"/>
        </a:spcAft>
        <a:buChar char="•"/>
        <a:defRPr b="1">
          <a:solidFill>
            <a:schemeClr val="tx1"/>
          </a:solidFill>
          <a:latin typeface="+mn-lt"/>
          <a:ea typeface="ＭＳ Ｐゴシック" pitchFamily="-106" charset="-128"/>
        </a:defRPr>
      </a:lvl3pPr>
      <a:lvl4pPr marL="1600200" indent="-228600" algn="l" rtl="0" eaLnBrk="0" fontAlgn="base" hangingPunct="0">
        <a:spcBef>
          <a:spcPct val="20000"/>
        </a:spcBef>
        <a:spcAft>
          <a:spcPct val="0"/>
        </a:spcAft>
        <a:buChar char="–"/>
        <a:defRPr b="1">
          <a:solidFill>
            <a:schemeClr val="tx1"/>
          </a:solidFill>
          <a:latin typeface="+mn-lt"/>
          <a:ea typeface="ＭＳ Ｐゴシック" pitchFamily="-106" charset="-128"/>
        </a:defRPr>
      </a:lvl4pPr>
      <a:lvl5pPr marL="2057400" indent="-228600" algn="l" rtl="0" eaLnBrk="0" fontAlgn="base" hangingPunct="0">
        <a:spcBef>
          <a:spcPct val="20000"/>
        </a:spcBef>
        <a:spcAft>
          <a:spcPct val="0"/>
        </a:spcAft>
        <a:buChar char="»"/>
        <a:defRPr b="1">
          <a:solidFill>
            <a:schemeClr val="tx1"/>
          </a:solidFill>
          <a:latin typeface="+mn-lt"/>
          <a:ea typeface="ＭＳ Ｐゴシック" pitchFamily="-106" charset="-128"/>
        </a:defRPr>
      </a:lvl5pPr>
      <a:lvl6pPr marL="2514600" indent="-228600" algn="l" rtl="0" fontAlgn="base">
        <a:spcBef>
          <a:spcPct val="20000"/>
        </a:spcBef>
        <a:spcAft>
          <a:spcPct val="0"/>
        </a:spcAft>
        <a:buChar char="»"/>
        <a:defRPr b="1">
          <a:solidFill>
            <a:schemeClr val="tx1"/>
          </a:solidFill>
          <a:latin typeface="+mn-lt"/>
          <a:ea typeface="ＭＳ Ｐゴシック" pitchFamily="-106" charset="-128"/>
        </a:defRPr>
      </a:lvl6pPr>
      <a:lvl7pPr marL="2971800" indent="-228600" algn="l" rtl="0" fontAlgn="base">
        <a:spcBef>
          <a:spcPct val="20000"/>
        </a:spcBef>
        <a:spcAft>
          <a:spcPct val="0"/>
        </a:spcAft>
        <a:buChar char="»"/>
        <a:defRPr b="1">
          <a:solidFill>
            <a:schemeClr val="tx1"/>
          </a:solidFill>
          <a:latin typeface="+mn-lt"/>
          <a:ea typeface="ＭＳ Ｐゴシック" pitchFamily="-106" charset="-128"/>
        </a:defRPr>
      </a:lvl7pPr>
      <a:lvl8pPr marL="3429000" indent="-228600" algn="l" rtl="0" fontAlgn="base">
        <a:spcBef>
          <a:spcPct val="20000"/>
        </a:spcBef>
        <a:spcAft>
          <a:spcPct val="0"/>
        </a:spcAft>
        <a:buChar char="»"/>
        <a:defRPr b="1">
          <a:solidFill>
            <a:schemeClr val="tx1"/>
          </a:solidFill>
          <a:latin typeface="+mn-lt"/>
          <a:ea typeface="ＭＳ Ｐゴシック" pitchFamily="-106" charset="-128"/>
        </a:defRPr>
      </a:lvl8pPr>
      <a:lvl9pPr marL="3886200" indent="-228600" algn="l" rtl="0" fontAlgn="base">
        <a:spcBef>
          <a:spcPct val="20000"/>
        </a:spcBef>
        <a:spcAft>
          <a:spcPct val="0"/>
        </a:spcAft>
        <a:buChar char="»"/>
        <a:defRPr b="1">
          <a:solidFill>
            <a:schemeClr val="tx1"/>
          </a:solidFill>
          <a:latin typeface="+mn-lt"/>
          <a:ea typeface="ＭＳ Ｐゴシック" pitchFamily="-106"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hyperlink" Target="https://creativecommons.org/licenses/by/3.0/" TargetMode="External"/><Relationship Id="rId4" Type="http://schemas.openxmlformats.org/officeDocument/2006/relationships/hyperlink" Target="https://www.blogforlearning.com/2019/06/codeigniter-tutorial-2-mvc-and-routing.html"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hyperlink" Target="https://creativecommons.org/licenses/by-nc-nd/3.0/" TargetMode="External"/><Relationship Id="rId4" Type="http://schemas.openxmlformats.org/officeDocument/2006/relationships/hyperlink" Target="https://damiandeluca.com.ar/5-caracteristicas-de-react-que-deberias-conocer"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hyperlink" Target="https://creativecommons.org/licenses/by/3.0/" TargetMode="External"/><Relationship Id="rId4" Type="http://schemas.openxmlformats.org/officeDocument/2006/relationships/hyperlink" Target="https://medium.com/react-weekly/react-native-and-typescript-ad57b7413ead" TargetMode="Externa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16.svg"/></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6.sv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349" name="Rectangle 14348">
            <a:extLst>
              <a:ext uri="{FF2B5EF4-FFF2-40B4-BE49-F238E27FC236}">
                <a16:creationId xmlns:a16="http://schemas.microsoft.com/office/drawing/2014/main" id="{870A1295-61BC-4214-AA3E-D396673024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001" y="0"/>
            <a:ext cx="914377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5B6C6174-1C11-0422-5EB7-78A8F1166419}"/>
              </a:ext>
            </a:extLst>
          </p:cNvPr>
          <p:cNvPicPr>
            <a:picLocks noChangeAspect="1"/>
          </p:cNvPicPr>
          <p:nvPr/>
        </p:nvPicPr>
        <p:blipFill rotWithShape="1">
          <a:blip r:embed="rId3"/>
          <a:srcRect t="9182" b="4124"/>
          <a:stretch/>
        </p:blipFill>
        <p:spPr>
          <a:xfrm>
            <a:off x="1524020" y="11"/>
            <a:ext cx="9143980" cy="4201449"/>
          </a:xfrm>
          <a:prstGeom prst="rect">
            <a:avLst/>
          </a:prstGeom>
        </p:spPr>
      </p:pic>
      <p:grpSp>
        <p:nvGrpSpPr>
          <p:cNvPr id="14350" name="Group 14349">
            <a:extLst>
              <a:ext uri="{FF2B5EF4-FFF2-40B4-BE49-F238E27FC236}">
                <a16:creationId xmlns:a16="http://schemas.microsoft.com/office/drawing/2014/main" id="{0B139475-2B26-4CA9-9413-DE741E49F7B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24001" y="2941813"/>
            <a:ext cx="9141713" cy="1828800"/>
            <a:chOff x="-305" y="3144820"/>
            <a:chExt cx="9182100" cy="1551136"/>
          </a:xfrm>
        </p:grpSpPr>
        <p:sp useBgFill="1">
          <p:nvSpPr>
            <p:cNvPr id="14345" name="Freeform: Shape 14344">
              <a:extLst>
                <a:ext uri="{FF2B5EF4-FFF2-40B4-BE49-F238E27FC236}">
                  <a16:creationId xmlns:a16="http://schemas.microsoft.com/office/drawing/2014/main" id="{16C6BF63-6277-4C39-BE5D-3C341662CE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676854"/>
              <a:ext cx="9182100" cy="1019102"/>
            </a:xfrm>
            <a:custGeom>
              <a:avLst/>
              <a:gdLst>
                <a:gd name="connsiteX0" fmla="*/ 0 w 9182100"/>
                <a:gd name="connsiteY0" fmla="*/ 1019102 h 1019102"/>
                <a:gd name="connsiteX1" fmla="*/ 9182100 w 9182100"/>
                <a:gd name="connsiteY1" fmla="*/ 1019102 h 1019102"/>
                <a:gd name="connsiteX2" fmla="*/ 9182100 w 9182100"/>
                <a:gd name="connsiteY2" fmla="*/ 273009 h 1019102"/>
                <a:gd name="connsiteX3" fmla="*/ 9065895 w 9182100"/>
                <a:gd name="connsiteY3" fmla="*/ 278343 h 1019102"/>
                <a:gd name="connsiteX4" fmla="*/ 8261890 w 9182100"/>
                <a:gd name="connsiteY4" fmla="*/ 257769 h 1019102"/>
                <a:gd name="connsiteX5" fmla="*/ 8038624 w 9182100"/>
                <a:gd name="connsiteY5" fmla="*/ 235956 h 1019102"/>
                <a:gd name="connsiteX6" fmla="*/ 7862221 w 9182100"/>
                <a:gd name="connsiteY6" fmla="*/ 213097 h 1019102"/>
                <a:gd name="connsiteX7" fmla="*/ 6238780 w 9182100"/>
                <a:gd name="connsiteY7" fmla="*/ 126419 h 1019102"/>
                <a:gd name="connsiteX8" fmla="*/ 5828729 w 9182100"/>
                <a:gd name="connsiteY8" fmla="*/ 142421 h 1019102"/>
                <a:gd name="connsiteX9" fmla="*/ 5227606 w 9182100"/>
                <a:gd name="connsiteY9" fmla="*/ 219764 h 1019102"/>
                <a:gd name="connsiteX10" fmla="*/ 4394359 w 9182100"/>
                <a:gd name="connsiteY10" fmla="*/ 190713 h 1019102"/>
                <a:gd name="connsiteX11" fmla="*/ 3789236 w 9182100"/>
                <a:gd name="connsiteY11" fmla="*/ 107655 h 1019102"/>
                <a:gd name="connsiteX12" fmla="*/ 3391567 w 9182100"/>
                <a:gd name="connsiteY12" fmla="*/ 30502 h 1019102"/>
                <a:gd name="connsiteX13" fmla="*/ 2180177 w 9182100"/>
                <a:gd name="connsiteY13" fmla="*/ 67745 h 1019102"/>
                <a:gd name="connsiteX14" fmla="*/ 1543336 w 9182100"/>
                <a:gd name="connsiteY14" fmla="*/ 209953 h 1019102"/>
                <a:gd name="connsiteX15" fmla="*/ 1276731 w 9182100"/>
                <a:gd name="connsiteY15" fmla="*/ 286439 h 1019102"/>
                <a:gd name="connsiteX16" fmla="*/ 441293 w 9182100"/>
                <a:gd name="connsiteY16" fmla="*/ 292345 h 1019102"/>
                <a:gd name="connsiteX17" fmla="*/ 0 w 9182100"/>
                <a:gd name="connsiteY17" fmla="*/ 135563 h 1019102"/>
                <a:gd name="connsiteX18" fmla="*/ 0 w 9182100"/>
                <a:gd name="connsiteY18" fmla="*/ 1019102 h 10191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182100" h="1019102">
                  <a:moveTo>
                    <a:pt x="0" y="1019102"/>
                  </a:moveTo>
                  <a:lnTo>
                    <a:pt x="9182100" y="1019102"/>
                  </a:lnTo>
                  <a:lnTo>
                    <a:pt x="9182100" y="273009"/>
                  </a:lnTo>
                  <a:cubicBezTo>
                    <a:pt x="9143429" y="275485"/>
                    <a:pt x="9104662" y="277200"/>
                    <a:pt x="9065895" y="278343"/>
                  </a:cubicBezTo>
                  <a:cubicBezTo>
                    <a:pt x="8798243" y="285201"/>
                    <a:pt x="8529066" y="277009"/>
                    <a:pt x="8261890" y="257769"/>
                  </a:cubicBezTo>
                  <a:cubicBezTo>
                    <a:pt x="8187024" y="251863"/>
                    <a:pt x="8112443" y="245386"/>
                    <a:pt x="8038624" y="235956"/>
                  </a:cubicBezTo>
                  <a:cubicBezTo>
                    <a:pt x="7980140" y="228051"/>
                    <a:pt x="7920228" y="219002"/>
                    <a:pt x="7862221" y="213097"/>
                  </a:cubicBezTo>
                  <a:cubicBezTo>
                    <a:pt x="7322439" y="159280"/>
                    <a:pt x="6780943" y="130991"/>
                    <a:pt x="6238780" y="126419"/>
                  </a:cubicBezTo>
                  <a:cubicBezTo>
                    <a:pt x="6102477" y="126324"/>
                    <a:pt x="5964745" y="128800"/>
                    <a:pt x="5828729" y="142421"/>
                  </a:cubicBezTo>
                  <a:cubicBezTo>
                    <a:pt x="5624703" y="162328"/>
                    <a:pt x="5429441" y="202048"/>
                    <a:pt x="5227606" y="219764"/>
                  </a:cubicBezTo>
                  <a:cubicBezTo>
                    <a:pt x="4950238" y="245767"/>
                    <a:pt x="4670393" y="228527"/>
                    <a:pt x="4394359" y="190713"/>
                  </a:cubicBezTo>
                  <a:cubicBezTo>
                    <a:pt x="4193381" y="163090"/>
                    <a:pt x="3988880" y="147755"/>
                    <a:pt x="3789236" y="107655"/>
                  </a:cubicBezTo>
                  <a:cubicBezTo>
                    <a:pt x="3660743" y="85271"/>
                    <a:pt x="3520249" y="51648"/>
                    <a:pt x="3391567" y="30502"/>
                  </a:cubicBezTo>
                  <a:cubicBezTo>
                    <a:pt x="2990469" y="-28553"/>
                    <a:pt x="2579370" y="5928"/>
                    <a:pt x="2180177" y="67745"/>
                  </a:cubicBezTo>
                  <a:cubicBezTo>
                    <a:pt x="1965198" y="103273"/>
                    <a:pt x="1751648" y="146136"/>
                    <a:pt x="1543336" y="209953"/>
                  </a:cubicBezTo>
                  <a:cubicBezTo>
                    <a:pt x="1456087" y="238528"/>
                    <a:pt x="1365885" y="264627"/>
                    <a:pt x="1276731" y="286439"/>
                  </a:cubicBezTo>
                  <a:cubicBezTo>
                    <a:pt x="1001173" y="335398"/>
                    <a:pt x="716471" y="346923"/>
                    <a:pt x="441293" y="292345"/>
                  </a:cubicBezTo>
                  <a:cubicBezTo>
                    <a:pt x="285655" y="263198"/>
                    <a:pt x="143923" y="198237"/>
                    <a:pt x="0" y="135563"/>
                  </a:cubicBezTo>
                  <a:lnTo>
                    <a:pt x="0" y="1019102"/>
                  </a:lnTo>
                  <a:close/>
                </a:path>
              </a:pathLst>
            </a:custGeom>
            <a:ln w="9525" cap="flat">
              <a:noFill/>
              <a:prstDash val="solid"/>
              <a:miter/>
            </a:ln>
          </p:spPr>
          <p:txBody>
            <a:bodyPr rtlCol="0" anchor="ctr"/>
            <a:lstStyle/>
            <a:p>
              <a:endParaRPr lang="en-US" dirty="0"/>
            </a:p>
          </p:txBody>
        </p:sp>
        <p:sp>
          <p:nvSpPr>
            <p:cNvPr id="14346" name="Freeform: Shape 14345">
              <a:extLst>
                <a:ext uri="{FF2B5EF4-FFF2-40B4-BE49-F238E27FC236}">
                  <a16:creationId xmlns:a16="http://schemas.microsoft.com/office/drawing/2014/main" id="{6EA3BAD9-C130-4A9C-9086-20D132A6CF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144820"/>
              <a:ext cx="9182100" cy="932744"/>
            </a:xfrm>
            <a:custGeom>
              <a:avLst/>
              <a:gdLst>
                <a:gd name="connsiteX0" fmla="*/ 9182100 w 9182100"/>
                <a:gd name="connsiteY0" fmla="*/ 396420 h 932744"/>
                <a:gd name="connsiteX1" fmla="*/ 9103805 w 9182100"/>
                <a:gd name="connsiteY1" fmla="*/ 392229 h 932744"/>
                <a:gd name="connsiteX2" fmla="*/ 8712422 w 9182100"/>
                <a:gd name="connsiteY2" fmla="*/ 359749 h 932744"/>
                <a:gd name="connsiteX3" fmla="*/ 8322755 w 9182100"/>
                <a:gd name="connsiteY3" fmla="*/ 313362 h 932744"/>
                <a:gd name="connsiteX4" fmla="*/ 8134826 w 9182100"/>
                <a:gd name="connsiteY4" fmla="*/ 283930 h 932744"/>
                <a:gd name="connsiteX5" fmla="*/ 8090916 w 9182100"/>
                <a:gd name="connsiteY5" fmla="*/ 275643 h 932744"/>
                <a:gd name="connsiteX6" fmla="*/ 8069485 w 9182100"/>
                <a:gd name="connsiteY6" fmla="*/ 271262 h 932744"/>
                <a:gd name="connsiteX7" fmla="*/ 8041862 w 9182100"/>
                <a:gd name="connsiteY7" fmla="*/ 266595 h 932744"/>
                <a:gd name="connsiteX8" fmla="*/ 7986903 w 9182100"/>
                <a:gd name="connsiteY8" fmla="*/ 257546 h 932744"/>
                <a:gd name="connsiteX9" fmla="*/ 7934230 w 9182100"/>
                <a:gd name="connsiteY9" fmla="*/ 249640 h 932744"/>
                <a:gd name="connsiteX10" fmla="*/ 7727537 w 9182100"/>
                <a:gd name="connsiteY10" fmla="*/ 221922 h 932744"/>
                <a:gd name="connsiteX11" fmla="*/ 7625239 w 9182100"/>
                <a:gd name="connsiteY11" fmla="*/ 209730 h 932744"/>
                <a:gd name="connsiteX12" fmla="*/ 7523227 w 9182100"/>
                <a:gd name="connsiteY12" fmla="*/ 198110 h 932744"/>
                <a:gd name="connsiteX13" fmla="*/ 7115651 w 9182100"/>
                <a:gd name="connsiteY13" fmla="*/ 158010 h 932744"/>
                <a:gd name="connsiteX14" fmla="*/ 6706839 w 9182100"/>
                <a:gd name="connsiteY14" fmla="*/ 126958 h 932744"/>
                <a:gd name="connsiteX15" fmla="*/ 6604064 w 9182100"/>
                <a:gd name="connsiteY15" fmla="*/ 120862 h 932744"/>
                <a:gd name="connsiteX16" fmla="*/ 6501003 w 9182100"/>
                <a:gd name="connsiteY16" fmla="*/ 115338 h 932744"/>
                <a:gd name="connsiteX17" fmla="*/ 6397467 w 9182100"/>
                <a:gd name="connsiteY17" fmla="*/ 110385 h 932744"/>
                <a:gd name="connsiteX18" fmla="*/ 6293168 w 9182100"/>
                <a:gd name="connsiteY18" fmla="*/ 106860 h 932744"/>
                <a:gd name="connsiteX19" fmla="*/ 6079712 w 9182100"/>
                <a:gd name="connsiteY19" fmla="*/ 103908 h 932744"/>
                <a:gd name="connsiteX20" fmla="*/ 6024563 w 9182100"/>
                <a:gd name="connsiteY20" fmla="*/ 104479 h 932744"/>
                <a:gd name="connsiteX21" fmla="*/ 5968080 w 9182100"/>
                <a:gd name="connsiteY21" fmla="*/ 106479 h 932744"/>
                <a:gd name="connsiteX22" fmla="*/ 5855875 w 9182100"/>
                <a:gd name="connsiteY22" fmla="*/ 113242 h 932744"/>
                <a:gd name="connsiteX23" fmla="*/ 5439251 w 9182100"/>
                <a:gd name="connsiteY23" fmla="*/ 160105 h 932744"/>
                <a:gd name="connsiteX24" fmla="*/ 5075396 w 9182100"/>
                <a:gd name="connsiteY24" fmla="*/ 186585 h 932744"/>
                <a:gd name="connsiteX25" fmla="*/ 4712780 w 9182100"/>
                <a:gd name="connsiteY25" fmla="*/ 171249 h 932744"/>
                <a:gd name="connsiteX26" fmla="*/ 4666679 w 9182100"/>
                <a:gd name="connsiteY26" fmla="*/ 166773 h 932744"/>
                <a:gd name="connsiteX27" fmla="*/ 4620292 w 9182100"/>
                <a:gd name="connsiteY27" fmla="*/ 161629 h 932744"/>
                <a:gd name="connsiteX28" fmla="*/ 4573810 w 9182100"/>
                <a:gd name="connsiteY28" fmla="*/ 156009 h 932744"/>
                <a:gd name="connsiteX29" fmla="*/ 4550569 w 9182100"/>
                <a:gd name="connsiteY29" fmla="*/ 153057 h 932744"/>
                <a:gd name="connsiteX30" fmla="*/ 4538948 w 9182100"/>
                <a:gd name="connsiteY30" fmla="*/ 151628 h 932744"/>
                <a:gd name="connsiteX31" fmla="*/ 4526566 w 9182100"/>
                <a:gd name="connsiteY31" fmla="*/ 149913 h 932744"/>
                <a:gd name="connsiteX32" fmla="*/ 4327779 w 9182100"/>
                <a:gd name="connsiteY32" fmla="*/ 122862 h 932744"/>
                <a:gd name="connsiteX33" fmla="*/ 3929729 w 9182100"/>
                <a:gd name="connsiteY33" fmla="*/ 68189 h 932744"/>
                <a:gd name="connsiteX34" fmla="*/ 3729133 w 9182100"/>
                <a:gd name="connsiteY34" fmla="*/ 41900 h 932744"/>
                <a:gd name="connsiteX35" fmla="*/ 3628930 w 9182100"/>
                <a:gd name="connsiteY35" fmla="*/ 28946 h 932744"/>
                <a:gd name="connsiteX36" fmla="*/ 3573399 w 9182100"/>
                <a:gd name="connsiteY36" fmla="*/ 22278 h 932744"/>
                <a:gd name="connsiteX37" fmla="*/ 3516916 w 9182100"/>
                <a:gd name="connsiteY37" fmla="*/ 16468 h 932744"/>
                <a:gd name="connsiteX38" fmla="*/ 3074670 w 9182100"/>
                <a:gd name="connsiteY38" fmla="*/ 752 h 932744"/>
                <a:gd name="connsiteX39" fmla="*/ 2858738 w 9182100"/>
                <a:gd name="connsiteY39" fmla="*/ 8753 h 932744"/>
                <a:gd name="connsiteX40" fmla="*/ 2645474 w 9182100"/>
                <a:gd name="connsiteY40" fmla="*/ 25326 h 932744"/>
                <a:gd name="connsiteX41" fmla="*/ 1810798 w 9182100"/>
                <a:gd name="connsiteY41" fmla="*/ 158010 h 932744"/>
                <a:gd name="connsiteX42" fmla="*/ 1602772 w 9182100"/>
                <a:gd name="connsiteY42" fmla="*/ 208111 h 932744"/>
                <a:gd name="connsiteX43" fmla="*/ 1548860 w 9182100"/>
                <a:gd name="connsiteY43" fmla="*/ 222780 h 932744"/>
                <a:gd name="connsiteX44" fmla="*/ 1501331 w 9182100"/>
                <a:gd name="connsiteY44" fmla="*/ 236115 h 932744"/>
                <a:gd name="connsiteX45" fmla="*/ 1411224 w 9182100"/>
                <a:gd name="connsiteY45" fmla="*/ 260880 h 932744"/>
                <a:gd name="connsiteX46" fmla="*/ 1050893 w 9182100"/>
                <a:gd name="connsiteY46" fmla="*/ 338032 h 932744"/>
                <a:gd name="connsiteX47" fmla="*/ 871252 w 9182100"/>
                <a:gd name="connsiteY47" fmla="*/ 360511 h 932744"/>
                <a:gd name="connsiteX48" fmla="*/ 781812 w 9182100"/>
                <a:gd name="connsiteY48" fmla="*/ 366512 h 932744"/>
                <a:gd name="connsiteX49" fmla="*/ 692563 w 9182100"/>
                <a:gd name="connsiteY49" fmla="*/ 369655 h 932744"/>
                <a:gd name="connsiteX50" fmla="*/ 515017 w 9182100"/>
                <a:gd name="connsiteY50" fmla="*/ 363940 h 932744"/>
                <a:gd name="connsiteX51" fmla="*/ 337661 w 9182100"/>
                <a:gd name="connsiteY51" fmla="*/ 341937 h 932744"/>
                <a:gd name="connsiteX52" fmla="*/ 156972 w 9182100"/>
                <a:gd name="connsiteY52" fmla="*/ 303456 h 932744"/>
                <a:gd name="connsiteX53" fmla="*/ 0 w 9182100"/>
                <a:gd name="connsiteY53" fmla="*/ 261642 h 932744"/>
                <a:gd name="connsiteX54" fmla="*/ 0 w 9182100"/>
                <a:gd name="connsiteY54" fmla="*/ 713412 h 932744"/>
                <a:gd name="connsiteX55" fmla="*/ 9144 w 9182100"/>
                <a:gd name="connsiteY55" fmla="*/ 717699 h 932744"/>
                <a:gd name="connsiteX56" fmla="*/ 213360 w 9182100"/>
                <a:gd name="connsiteY56" fmla="*/ 801042 h 932744"/>
                <a:gd name="connsiteX57" fmla="*/ 653510 w 9182100"/>
                <a:gd name="connsiteY57" fmla="*/ 908199 h 932744"/>
                <a:gd name="connsiteX58" fmla="*/ 1101947 w 9182100"/>
                <a:gd name="connsiteY58" fmla="*/ 930773 h 932744"/>
                <a:gd name="connsiteX59" fmla="*/ 1540002 w 9182100"/>
                <a:gd name="connsiteY59" fmla="*/ 889434 h 932744"/>
                <a:gd name="connsiteX60" fmla="*/ 1647158 w 9182100"/>
                <a:gd name="connsiteY60" fmla="*/ 871242 h 932744"/>
                <a:gd name="connsiteX61" fmla="*/ 1698117 w 9182100"/>
                <a:gd name="connsiteY61" fmla="*/ 862193 h 932744"/>
                <a:gd name="connsiteX62" fmla="*/ 1742789 w 9182100"/>
                <a:gd name="connsiteY62" fmla="*/ 854668 h 932744"/>
                <a:gd name="connsiteX63" fmla="*/ 1931003 w 9182100"/>
                <a:gd name="connsiteY63" fmla="*/ 826950 h 932744"/>
                <a:gd name="connsiteX64" fmla="*/ 2314861 w 9182100"/>
                <a:gd name="connsiteY64" fmla="*/ 783897 h 932744"/>
                <a:gd name="connsiteX65" fmla="*/ 2506885 w 9182100"/>
                <a:gd name="connsiteY65" fmla="*/ 768086 h 932744"/>
                <a:gd name="connsiteX66" fmla="*/ 2602611 w 9182100"/>
                <a:gd name="connsiteY66" fmla="*/ 762085 h 932744"/>
                <a:gd name="connsiteX67" fmla="*/ 2698052 w 9182100"/>
                <a:gd name="connsiteY67" fmla="*/ 756846 h 932744"/>
                <a:gd name="connsiteX68" fmla="*/ 2887980 w 9182100"/>
                <a:gd name="connsiteY68" fmla="*/ 750846 h 932744"/>
                <a:gd name="connsiteX69" fmla="*/ 3075813 w 9182100"/>
                <a:gd name="connsiteY69" fmla="*/ 750179 h 932744"/>
                <a:gd name="connsiteX70" fmla="*/ 3168587 w 9182100"/>
                <a:gd name="connsiteY70" fmla="*/ 752751 h 932744"/>
                <a:gd name="connsiteX71" fmla="*/ 3260408 w 9182100"/>
                <a:gd name="connsiteY71" fmla="*/ 756656 h 932744"/>
                <a:gd name="connsiteX72" fmla="*/ 3440049 w 9182100"/>
                <a:gd name="connsiteY72" fmla="*/ 771610 h 932744"/>
                <a:gd name="connsiteX73" fmla="*/ 3483864 w 9182100"/>
                <a:gd name="connsiteY73" fmla="*/ 776849 h 932744"/>
                <a:gd name="connsiteX74" fmla="*/ 3528536 w 9182100"/>
                <a:gd name="connsiteY74" fmla="*/ 782469 h 932744"/>
                <a:gd name="connsiteX75" fmla="*/ 3628549 w 9182100"/>
                <a:gd name="connsiteY75" fmla="*/ 796089 h 932744"/>
                <a:gd name="connsiteX76" fmla="*/ 3828574 w 9182100"/>
                <a:gd name="connsiteY76" fmla="*/ 823140 h 932744"/>
                <a:gd name="connsiteX77" fmla="*/ 4231196 w 9182100"/>
                <a:gd name="connsiteY77" fmla="*/ 874099 h 932744"/>
                <a:gd name="connsiteX78" fmla="*/ 4433126 w 9182100"/>
                <a:gd name="connsiteY78" fmla="*/ 897435 h 932744"/>
                <a:gd name="connsiteX79" fmla="*/ 4485990 w 9182100"/>
                <a:gd name="connsiteY79" fmla="*/ 903246 h 932744"/>
                <a:gd name="connsiteX80" fmla="*/ 4539806 w 9182100"/>
                <a:gd name="connsiteY80" fmla="*/ 908961 h 932744"/>
                <a:gd name="connsiteX81" fmla="*/ 4593908 w 9182100"/>
                <a:gd name="connsiteY81" fmla="*/ 914199 h 932744"/>
                <a:gd name="connsiteX82" fmla="*/ 4648296 w 9182100"/>
                <a:gd name="connsiteY82" fmla="*/ 918771 h 932744"/>
                <a:gd name="connsiteX83" fmla="*/ 5092446 w 9182100"/>
                <a:gd name="connsiteY83" fmla="*/ 931154 h 932744"/>
                <a:gd name="connsiteX84" fmla="*/ 5533168 w 9182100"/>
                <a:gd name="connsiteY84" fmla="*/ 891816 h 932744"/>
                <a:gd name="connsiteX85" fmla="*/ 5918169 w 9182100"/>
                <a:gd name="connsiteY85" fmla="*/ 840666 h 932744"/>
                <a:gd name="connsiteX86" fmla="*/ 6007323 w 9182100"/>
                <a:gd name="connsiteY86" fmla="*/ 833237 h 932744"/>
                <a:gd name="connsiteX87" fmla="*/ 6051709 w 9182100"/>
                <a:gd name="connsiteY87" fmla="*/ 830570 h 932744"/>
                <a:gd name="connsiteX88" fmla="*/ 6097429 w 9182100"/>
                <a:gd name="connsiteY88" fmla="*/ 828379 h 932744"/>
                <a:gd name="connsiteX89" fmla="*/ 6287834 w 9182100"/>
                <a:gd name="connsiteY89" fmla="*/ 822569 h 932744"/>
                <a:gd name="connsiteX90" fmla="*/ 6681597 w 9182100"/>
                <a:gd name="connsiteY90" fmla="*/ 821235 h 932744"/>
                <a:gd name="connsiteX91" fmla="*/ 7079647 w 9182100"/>
                <a:gd name="connsiteY91" fmla="*/ 826569 h 932744"/>
                <a:gd name="connsiteX92" fmla="*/ 7478173 w 9182100"/>
                <a:gd name="connsiteY92" fmla="*/ 836094 h 932744"/>
                <a:gd name="connsiteX93" fmla="*/ 7871937 w 9182100"/>
                <a:gd name="connsiteY93" fmla="*/ 851430 h 932744"/>
                <a:gd name="connsiteX94" fmla="*/ 7919657 w 9182100"/>
                <a:gd name="connsiteY94" fmla="*/ 854097 h 932744"/>
                <a:gd name="connsiteX95" fmla="*/ 7964901 w 9182100"/>
                <a:gd name="connsiteY95" fmla="*/ 857240 h 932744"/>
                <a:gd name="connsiteX96" fmla="*/ 8015955 w 9182100"/>
                <a:gd name="connsiteY96" fmla="*/ 861050 h 932744"/>
                <a:gd name="connsiteX97" fmla="*/ 8072247 w 9182100"/>
                <a:gd name="connsiteY97" fmla="*/ 864384 h 932744"/>
                <a:gd name="connsiteX98" fmla="*/ 8286750 w 9182100"/>
                <a:gd name="connsiteY98" fmla="*/ 868384 h 932744"/>
                <a:gd name="connsiteX99" fmla="*/ 8704040 w 9182100"/>
                <a:gd name="connsiteY99" fmla="*/ 853716 h 932744"/>
                <a:gd name="connsiteX100" fmla="*/ 9120188 w 9182100"/>
                <a:gd name="connsiteY100" fmla="*/ 814092 h 932744"/>
                <a:gd name="connsiteX101" fmla="*/ 9181909 w 9182100"/>
                <a:gd name="connsiteY101" fmla="*/ 805519 h 932744"/>
                <a:gd name="connsiteX102" fmla="*/ 9181909 w 9182100"/>
                <a:gd name="connsiteY102" fmla="*/ 396420 h 9327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9182100" h="932744">
                  <a:moveTo>
                    <a:pt x="9182100" y="396420"/>
                  </a:moveTo>
                  <a:cubicBezTo>
                    <a:pt x="9156097" y="395182"/>
                    <a:pt x="9129999" y="393753"/>
                    <a:pt x="9103805" y="392229"/>
                  </a:cubicBezTo>
                  <a:cubicBezTo>
                    <a:pt x="8974169" y="384419"/>
                    <a:pt x="8843105" y="372989"/>
                    <a:pt x="8712422" y="359749"/>
                  </a:cubicBezTo>
                  <a:cubicBezTo>
                    <a:pt x="8581739" y="346319"/>
                    <a:pt x="8451056" y="331269"/>
                    <a:pt x="8322755" y="313362"/>
                  </a:cubicBezTo>
                  <a:cubicBezTo>
                    <a:pt x="8258747" y="304695"/>
                    <a:pt x="8195120" y="294979"/>
                    <a:pt x="8134826" y="283930"/>
                  </a:cubicBezTo>
                  <a:cubicBezTo>
                    <a:pt x="8119872" y="281168"/>
                    <a:pt x="8105013" y="278501"/>
                    <a:pt x="8090916" y="275643"/>
                  </a:cubicBezTo>
                  <a:lnTo>
                    <a:pt x="8069485" y="271262"/>
                  </a:lnTo>
                  <a:lnTo>
                    <a:pt x="8041862" y="266595"/>
                  </a:lnTo>
                  <a:cubicBezTo>
                    <a:pt x="8023574" y="263547"/>
                    <a:pt x="8004524" y="260213"/>
                    <a:pt x="7986903" y="257546"/>
                  </a:cubicBezTo>
                  <a:lnTo>
                    <a:pt x="7934230" y="249640"/>
                  </a:lnTo>
                  <a:cubicBezTo>
                    <a:pt x="7864221" y="239258"/>
                    <a:pt x="7795832" y="230209"/>
                    <a:pt x="7727537" y="221922"/>
                  </a:cubicBezTo>
                  <a:lnTo>
                    <a:pt x="7625239" y="209730"/>
                  </a:lnTo>
                  <a:lnTo>
                    <a:pt x="7523227" y="198110"/>
                  </a:lnTo>
                  <a:cubicBezTo>
                    <a:pt x="7387209" y="183060"/>
                    <a:pt x="7251573" y="170392"/>
                    <a:pt x="7115651" y="158010"/>
                  </a:cubicBezTo>
                  <a:cubicBezTo>
                    <a:pt x="6979730" y="146580"/>
                    <a:pt x="6843522" y="135721"/>
                    <a:pt x="6706839" y="126958"/>
                  </a:cubicBezTo>
                  <a:lnTo>
                    <a:pt x="6604064" y="120862"/>
                  </a:lnTo>
                  <a:cubicBezTo>
                    <a:pt x="6569869" y="118767"/>
                    <a:pt x="6535484" y="116862"/>
                    <a:pt x="6501003" y="115338"/>
                  </a:cubicBezTo>
                  <a:lnTo>
                    <a:pt x="6397467" y="110385"/>
                  </a:lnTo>
                  <a:lnTo>
                    <a:pt x="6293168" y="106860"/>
                  </a:lnTo>
                  <a:cubicBezTo>
                    <a:pt x="6222969" y="105146"/>
                    <a:pt x="6152769" y="103527"/>
                    <a:pt x="6079712" y="103908"/>
                  </a:cubicBezTo>
                  <a:cubicBezTo>
                    <a:pt x="6061710" y="103908"/>
                    <a:pt x="6043708" y="103812"/>
                    <a:pt x="6024563" y="104479"/>
                  </a:cubicBezTo>
                  <a:cubicBezTo>
                    <a:pt x="6005703" y="104955"/>
                    <a:pt x="5986844" y="105527"/>
                    <a:pt x="5968080" y="106479"/>
                  </a:cubicBezTo>
                  <a:cubicBezTo>
                    <a:pt x="5930456" y="108003"/>
                    <a:pt x="5893023" y="110385"/>
                    <a:pt x="5855875" y="113242"/>
                  </a:cubicBezTo>
                  <a:cubicBezTo>
                    <a:pt x="5706904" y="124577"/>
                    <a:pt x="5565934" y="145151"/>
                    <a:pt x="5439251" y="160105"/>
                  </a:cubicBezTo>
                  <a:cubicBezTo>
                    <a:pt x="5311902" y="175536"/>
                    <a:pt x="5194745" y="184680"/>
                    <a:pt x="5075396" y="186585"/>
                  </a:cubicBezTo>
                  <a:cubicBezTo>
                    <a:pt x="4956429" y="188490"/>
                    <a:pt x="4835748" y="182775"/>
                    <a:pt x="4712780" y="171249"/>
                  </a:cubicBezTo>
                  <a:lnTo>
                    <a:pt x="4666679" y="166773"/>
                  </a:lnTo>
                  <a:lnTo>
                    <a:pt x="4620292" y="161629"/>
                  </a:lnTo>
                  <a:cubicBezTo>
                    <a:pt x="4604862" y="160010"/>
                    <a:pt x="4589336" y="157914"/>
                    <a:pt x="4573810" y="156009"/>
                  </a:cubicBezTo>
                  <a:lnTo>
                    <a:pt x="4550569" y="153057"/>
                  </a:lnTo>
                  <a:lnTo>
                    <a:pt x="4538948" y="151628"/>
                  </a:lnTo>
                  <a:lnTo>
                    <a:pt x="4526566" y="149913"/>
                  </a:lnTo>
                  <a:lnTo>
                    <a:pt x="4327779" y="122862"/>
                  </a:lnTo>
                  <a:lnTo>
                    <a:pt x="3929729" y="68189"/>
                  </a:lnTo>
                  <a:lnTo>
                    <a:pt x="3729133" y="41900"/>
                  </a:lnTo>
                  <a:lnTo>
                    <a:pt x="3628930" y="28946"/>
                  </a:lnTo>
                  <a:lnTo>
                    <a:pt x="3573399" y="22278"/>
                  </a:lnTo>
                  <a:cubicBezTo>
                    <a:pt x="3554445" y="19992"/>
                    <a:pt x="3535585" y="17992"/>
                    <a:pt x="3516916" y="16468"/>
                  </a:cubicBezTo>
                  <a:cubicBezTo>
                    <a:pt x="3366611" y="2752"/>
                    <a:pt x="3219736" y="-2010"/>
                    <a:pt x="3074670" y="752"/>
                  </a:cubicBezTo>
                  <a:cubicBezTo>
                    <a:pt x="3002280" y="2181"/>
                    <a:pt x="2930176" y="4467"/>
                    <a:pt x="2858738" y="8753"/>
                  </a:cubicBezTo>
                  <a:cubicBezTo>
                    <a:pt x="2787206" y="13039"/>
                    <a:pt x="2716149" y="18754"/>
                    <a:pt x="2645474" y="25326"/>
                  </a:cubicBezTo>
                  <a:cubicBezTo>
                    <a:pt x="2362581" y="52473"/>
                    <a:pt x="2085975" y="97145"/>
                    <a:pt x="1810798" y="158010"/>
                  </a:cubicBezTo>
                  <a:cubicBezTo>
                    <a:pt x="1741837" y="173345"/>
                    <a:pt x="1673066" y="189442"/>
                    <a:pt x="1602772" y="208111"/>
                  </a:cubicBezTo>
                  <a:lnTo>
                    <a:pt x="1548860" y="222780"/>
                  </a:lnTo>
                  <a:lnTo>
                    <a:pt x="1501331" y="236115"/>
                  </a:lnTo>
                  <a:cubicBezTo>
                    <a:pt x="1471327" y="244497"/>
                    <a:pt x="1441228" y="253450"/>
                    <a:pt x="1411224" y="260880"/>
                  </a:cubicBezTo>
                  <a:cubicBezTo>
                    <a:pt x="1291209" y="293074"/>
                    <a:pt x="1170813" y="318982"/>
                    <a:pt x="1050893" y="338032"/>
                  </a:cubicBezTo>
                  <a:cubicBezTo>
                    <a:pt x="990790" y="347557"/>
                    <a:pt x="931069" y="354796"/>
                    <a:pt x="871252" y="360511"/>
                  </a:cubicBezTo>
                  <a:cubicBezTo>
                    <a:pt x="841438" y="362702"/>
                    <a:pt x="811530" y="365559"/>
                    <a:pt x="781812" y="366512"/>
                  </a:cubicBezTo>
                  <a:cubicBezTo>
                    <a:pt x="751904" y="368512"/>
                    <a:pt x="722376" y="368893"/>
                    <a:pt x="692563" y="369655"/>
                  </a:cubicBezTo>
                  <a:cubicBezTo>
                    <a:pt x="633222" y="370036"/>
                    <a:pt x="574167" y="368131"/>
                    <a:pt x="515017" y="363940"/>
                  </a:cubicBezTo>
                  <a:cubicBezTo>
                    <a:pt x="455867" y="359749"/>
                    <a:pt x="397097" y="351748"/>
                    <a:pt x="337661" y="341937"/>
                  </a:cubicBezTo>
                  <a:cubicBezTo>
                    <a:pt x="278225" y="331936"/>
                    <a:pt x="218599" y="318696"/>
                    <a:pt x="156972" y="303456"/>
                  </a:cubicBezTo>
                  <a:cubicBezTo>
                    <a:pt x="106680" y="290883"/>
                    <a:pt x="55150" y="276405"/>
                    <a:pt x="0" y="261642"/>
                  </a:cubicBezTo>
                  <a:lnTo>
                    <a:pt x="0" y="713412"/>
                  </a:lnTo>
                  <a:cubicBezTo>
                    <a:pt x="3048" y="714841"/>
                    <a:pt x="6096" y="716270"/>
                    <a:pt x="9144" y="717699"/>
                  </a:cubicBezTo>
                  <a:cubicBezTo>
                    <a:pt x="74295" y="747798"/>
                    <a:pt x="142875" y="775896"/>
                    <a:pt x="213360" y="801042"/>
                  </a:cubicBezTo>
                  <a:cubicBezTo>
                    <a:pt x="354521" y="851715"/>
                    <a:pt x="503873" y="887244"/>
                    <a:pt x="653510" y="908199"/>
                  </a:cubicBezTo>
                  <a:cubicBezTo>
                    <a:pt x="803338" y="928773"/>
                    <a:pt x="953929" y="935631"/>
                    <a:pt x="1101947" y="930773"/>
                  </a:cubicBezTo>
                  <a:cubicBezTo>
                    <a:pt x="1250252" y="926582"/>
                    <a:pt x="1396365" y="911437"/>
                    <a:pt x="1540002" y="889434"/>
                  </a:cubicBezTo>
                  <a:cubicBezTo>
                    <a:pt x="1576197" y="884386"/>
                    <a:pt x="1611535" y="877433"/>
                    <a:pt x="1647158" y="871242"/>
                  </a:cubicBezTo>
                  <a:lnTo>
                    <a:pt x="1698117" y="862193"/>
                  </a:lnTo>
                  <a:lnTo>
                    <a:pt x="1742789" y="854668"/>
                  </a:lnTo>
                  <a:cubicBezTo>
                    <a:pt x="1804035" y="845048"/>
                    <a:pt x="1867472" y="835428"/>
                    <a:pt x="1931003" y="826950"/>
                  </a:cubicBezTo>
                  <a:cubicBezTo>
                    <a:pt x="2058353" y="810282"/>
                    <a:pt x="2186750" y="795327"/>
                    <a:pt x="2314861" y="783897"/>
                  </a:cubicBezTo>
                  <a:cubicBezTo>
                    <a:pt x="2378964" y="778087"/>
                    <a:pt x="2442972" y="772467"/>
                    <a:pt x="2506885" y="768086"/>
                  </a:cubicBezTo>
                  <a:cubicBezTo>
                    <a:pt x="2538794" y="765990"/>
                    <a:pt x="2570798" y="763800"/>
                    <a:pt x="2602611" y="762085"/>
                  </a:cubicBezTo>
                  <a:cubicBezTo>
                    <a:pt x="2634520" y="760180"/>
                    <a:pt x="2666333" y="758370"/>
                    <a:pt x="2698052" y="756846"/>
                  </a:cubicBezTo>
                  <a:cubicBezTo>
                    <a:pt x="2761583" y="753894"/>
                    <a:pt x="2825020" y="751703"/>
                    <a:pt x="2887980" y="750846"/>
                  </a:cubicBezTo>
                  <a:cubicBezTo>
                    <a:pt x="2951036" y="749417"/>
                    <a:pt x="3013615" y="749322"/>
                    <a:pt x="3075813" y="750179"/>
                  </a:cubicBezTo>
                  <a:cubicBezTo>
                    <a:pt x="3106865" y="750846"/>
                    <a:pt x="3137916" y="751417"/>
                    <a:pt x="3168587" y="752751"/>
                  </a:cubicBezTo>
                  <a:cubicBezTo>
                    <a:pt x="3199448" y="753703"/>
                    <a:pt x="3229928" y="755227"/>
                    <a:pt x="3260408" y="756656"/>
                  </a:cubicBezTo>
                  <a:cubicBezTo>
                    <a:pt x="3320987" y="760466"/>
                    <a:pt x="3381470" y="764562"/>
                    <a:pt x="3440049" y="771610"/>
                  </a:cubicBezTo>
                  <a:cubicBezTo>
                    <a:pt x="3454908" y="773039"/>
                    <a:pt x="3469386" y="775039"/>
                    <a:pt x="3483864" y="776849"/>
                  </a:cubicBezTo>
                  <a:lnTo>
                    <a:pt x="3528536" y="782469"/>
                  </a:lnTo>
                  <a:lnTo>
                    <a:pt x="3628549" y="796089"/>
                  </a:lnTo>
                  <a:lnTo>
                    <a:pt x="3828574" y="823140"/>
                  </a:lnTo>
                  <a:cubicBezTo>
                    <a:pt x="3962019" y="840190"/>
                    <a:pt x="4095750" y="858573"/>
                    <a:pt x="4231196" y="874099"/>
                  </a:cubicBezTo>
                  <a:lnTo>
                    <a:pt x="4433126" y="897435"/>
                  </a:lnTo>
                  <a:lnTo>
                    <a:pt x="4485990" y="903246"/>
                  </a:lnTo>
                  <a:cubicBezTo>
                    <a:pt x="4503897" y="905151"/>
                    <a:pt x="4521708" y="907341"/>
                    <a:pt x="4539806" y="908961"/>
                  </a:cubicBezTo>
                  <a:lnTo>
                    <a:pt x="4593908" y="914199"/>
                  </a:lnTo>
                  <a:lnTo>
                    <a:pt x="4648296" y="918771"/>
                  </a:lnTo>
                  <a:cubicBezTo>
                    <a:pt x="4793456" y="930392"/>
                    <a:pt x="4942237" y="935631"/>
                    <a:pt x="5092446" y="931154"/>
                  </a:cubicBezTo>
                  <a:cubicBezTo>
                    <a:pt x="5242274" y="927249"/>
                    <a:pt x="5393627" y="911437"/>
                    <a:pt x="5533168" y="891816"/>
                  </a:cubicBezTo>
                  <a:cubicBezTo>
                    <a:pt x="5673471" y="872289"/>
                    <a:pt x="5798820" y="851906"/>
                    <a:pt x="5918169" y="840666"/>
                  </a:cubicBezTo>
                  <a:cubicBezTo>
                    <a:pt x="5948077" y="837809"/>
                    <a:pt x="5977795" y="835237"/>
                    <a:pt x="6007323" y="833237"/>
                  </a:cubicBezTo>
                  <a:cubicBezTo>
                    <a:pt x="6022086" y="832094"/>
                    <a:pt x="6036945" y="831332"/>
                    <a:pt x="6051709" y="830570"/>
                  </a:cubicBezTo>
                  <a:lnTo>
                    <a:pt x="6097429" y="828379"/>
                  </a:lnTo>
                  <a:cubicBezTo>
                    <a:pt x="6158960" y="825236"/>
                    <a:pt x="6223445" y="823807"/>
                    <a:pt x="6287834" y="822569"/>
                  </a:cubicBezTo>
                  <a:cubicBezTo>
                    <a:pt x="6417374" y="820664"/>
                    <a:pt x="6549485" y="820188"/>
                    <a:pt x="6681597" y="821235"/>
                  </a:cubicBezTo>
                  <a:cubicBezTo>
                    <a:pt x="6813899" y="822378"/>
                    <a:pt x="6946773" y="823617"/>
                    <a:pt x="7079647" y="826569"/>
                  </a:cubicBezTo>
                  <a:cubicBezTo>
                    <a:pt x="7212520" y="828951"/>
                    <a:pt x="7345585" y="831903"/>
                    <a:pt x="7478173" y="836094"/>
                  </a:cubicBezTo>
                  <a:cubicBezTo>
                    <a:pt x="7610475" y="839714"/>
                    <a:pt x="7743539" y="844953"/>
                    <a:pt x="7871937" y="851430"/>
                  </a:cubicBezTo>
                  <a:lnTo>
                    <a:pt x="7919657" y="854097"/>
                  </a:lnTo>
                  <a:cubicBezTo>
                    <a:pt x="7935564" y="854954"/>
                    <a:pt x="7949756" y="856192"/>
                    <a:pt x="7964901" y="857240"/>
                  </a:cubicBezTo>
                  <a:lnTo>
                    <a:pt x="8015955" y="861050"/>
                  </a:lnTo>
                  <a:cubicBezTo>
                    <a:pt x="8035195" y="862383"/>
                    <a:pt x="8053769" y="863622"/>
                    <a:pt x="8072247" y="864384"/>
                  </a:cubicBezTo>
                  <a:cubicBezTo>
                    <a:pt x="8145780" y="867527"/>
                    <a:pt x="8216456" y="868479"/>
                    <a:pt x="8286750" y="868384"/>
                  </a:cubicBezTo>
                  <a:cubicBezTo>
                    <a:pt x="8427148" y="867527"/>
                    <a:pt x="8565452" y="862574"/>
                    <a:pt x="8704040" y="853716"/>
                  </a:cubicBezTo>
                  <a:cubicBezTo>
                    <a:pt x="8842534" y="844762"/>
                    <a:pt x="8980741" y="832284"/>
                    <a:pt x="9120188" y="814092"/>
                  </a:cubicBezTo>
                  <a:cubicBezTo>
                    <a:pt x="9140761" y="811425"/>
                    <a:pt x="9161336" y="808567"/>
                    <a:pt x="9181909" y="805519"/>
                  </a:cubicBezTo>
                  <a:lnTo>
                    <a:pt x="9181909" y="396420"/>
                  </a:lnTo>
                  <a:close/>
                </a:path>
              </a:pathLst>
            </a:custGeom>
            <a:solidFill>
              <a:schemeClr val="bg1">
                <a:alpha val="30000"/>
              </a:schemeClr>
            </a:solidFill>
            <a:ln w="9525" cap="flat">
              <a:noFill/>
              <a:prstDash val="solid"/>
              <a:miter/>
            </a:ln>
          </p:spPr>
          <p:txBody>
            <a:bodyPr rtlCol="0" anchor="ctr"/>
            <a:lstStyle/>
            <a:p>
              <a:endParaRPr lang="en-US"/>
            </a:p>
          </p:txBody>
        </p:sp>
        <p:sp>
          <p:nvSpPr>
            <p:cNvPr id="14347" name="Freeform: Shape 14346">
              <a:extLst>
                <a:ext uri="{FF2B5EF4-FFF2-40B4-BE49-F238E27FC236}">
                  <a16:creationId xmlns:a16="http://schemas.microsoft.com/office/drawing/2014/main" id="{2587D38B-9E07-4A8B-B285-5FEBF6A60D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580789"/>
              <a:ext cx="9182100" cy="544245"/>
            </a:xfrm>
            <a:custGeom>
              <a:avLst/>
              <a:gdLst>
                <a:gd name="connsiteX0" fmla="*/ 9182100 w 9182100"/>
                <a:gd name="connsiteY0" fmla="*/ 154189 h 544245"/>
                <a:gd name="connsiteX1" fmla="*/ 9047702 w 9182100"/>
                <a:gd name="connsiteY1" fmla="*/ 162762 h 544245"/>
                <a:gd name="connsiteX2" fmla="*/ 8652224 w 9182100"/>
                <a:gd name="connsiteY2" fmla="*/ 178287 h 544245"/>
                <a:gd name="connsiteX3" fmla="*/ 8255603 w 9182100"/>
                <a:gd name="connsiteY3" fmla="*/ 161047 h 544245"/>
                <a:gd name="connsiteX4" fmla="*/ 8060722 w 9182100"/>
                <a:gd name="connsiteY4" fmla="*/ 140854 h 544245"/>
                <a:gd name="connsiteX5" fmla="*/ 8013478 w 9182100"/>
                <a:gd name="connsiteY5" fmla="*/ 134187 h 544245"/>
                <a:gd name="connsiteX6" fmla="*/ 7990428 w 9182100"/>
                <a:gd name="connsiteY6" fmla="*/ 130567 h 544245"/>
                <a:gd name="connsiteX7" fmla="*/ 7964139 w 9182100"/>
                <a:gd name="connsiteY7" fmla="*/ 126853 h 544245"/>
                <a:gd name="connsiteX8" fmla="*/ 7911656 w 9182100"/>
                <a:gd name="connsiteY8" fmla="*/ 119518 h 544245"/>
                <a:gd name="connsiteX9" fmla="*/ 7860220 w 9182100"/>
                <a:gd name="connsiteY9" fmla="*/ 113232 h 544245"/>
                <a:gd name="connsiteX10" fmla="*/ 7453884 w 9182100"/>
                <a:gd name="connsiteY10" fmla="*/ 70369 h 544245"/>
                <a:gd name="connsiteX11" fmla="*/ 7048976 w 9182100"/>
                <a:gd name="connsiteY11" fmla="*/ 36556 h 544245"/>
                <a:gd name="connsiteX12" fmla="*/ 6846285 w 9182100"/>
                <a:gd name="connsiteY12" fmla="*/ 22649 h 544245"/>
                <a:gd name="connsiteX13" fmla="*/ 6643212 w 9182100"/>
                <a:gd name="connsiteY13" fmla="*/ 11600 h 544245"/>
                <a:gd name="connsiteX14" fmla="*/ 6541485 w 9182100"/>
                <a:gd name="connsiteY14" fmla="*/ 7314 h 544245"/>
                <a:gd name="connsiteX15" fmla="*/ 6439567 w 9182100"/>
                <a:gd name="connsiteY15" fmla="*/ 3885 h 544245"/>
                <a:gd name="connsiteX16" fmla="*/ 6337459 w 9182100"/>
                <a:gd name="connsiteY16" fmla="*/ 1313 h 544245"/>
                <a:gd name="connsiteX17" fmla="*/ 6234970 w 9182100"/>
                <a:gd name="connsiteY17" fmla="*/ 75 h 544245"/>
                <a:gd name="connsiteX18" fmla="*/ 6027802 w 9182100"/>
                <a:gd name="connsiteY18" fmla="*/ 2265 h 544245"/>
                <a:gd name="connsiteX19" fmla="*/ 5921978 w 9182100"/>
                <a:gd name="connsiteY19" fmla="*/ 6552 h 544245"/>
                <a:gd name="connsiteX20" fmla="*/ 5815965 w 9182100"/>
                <a:gd name="connsiteY20" fmla="*/ 14362 h 544245"/>
                <a:gd name="connsiteX21" fmla="*/ 5408390 w 9182100"/>
                <a:gd name="connsiteY21" fmla="*/ 67036 h 544245"/>
                <a:gd name="connsiteX22" fmla="*/ 5023866 w 9182100"/>
                <a:gd name="connsiteY22" fmla="*/ 103992 h 544245"/>
                <a:gd name="connsiteX23" fmla="*/ 4831556 w 9182100"/>
                <a:gd name="connsiteY23" fmla="*/ 106374 h 544245"/>
                <a:gd name="connsiteX24" fmla="*/ 4637723 w 9182100"/>
                <a:gd name="connsiteY24" fmla="*/ 98754 h 544245"/>
                <a:gd name="connsiteX25" fmla="*/ 4442460 w 9182100"/>
                <a:gd name="connsiteY25" fmla="*/ 83038 h 544245"/>
                <a:gd name="connsiteX26" fmla="*/ 4341686 w 9182100"/>
                <a:gd name="connsiteY26" fmla="*/ 77227 h 544245"/>
                <a:gd name="connsiteX27" fmla="*/ 4241006 w 9182100"/>
                <a:gd name="connsiteY27" fmla="*/ 71989 h 544245"/>
                <a:gd name="connsiteX28" fmla="*/ 3836956 w 9182100"/>
                <a:gd name="connsiteY28" fmla="*/ 54177 h 544245"/>
                <a:gd name="connsiteX29" fmla="*/ 3634549 w 9182100"/>
                <a:gd name="connsiteY29" fmla="*/ 45414 h 544245"/>
                <a:gd name="connsiteX30" fmla="*/ 3533394 w 9182100"/>
                <a:gd name="connsiteY30" fmla="*/ 40461 h 544245"/>
                <a:gd name="connsiteX31" fmla="*/ 3481959 w 9182100"/>
                <a:gd name="connsiteY31" fmla="*/ 37889 h 544245"/>
                <a:gd name="connsiteX32" fmla="*/ 3430238 w 9182100"/>
                <a:gd name="connsiteY32" fmla="*/ 35889 h 544245"/>
                <a:gd name="connsiteX33" fmla="*/ 3020473 w 9182100"/>
                <a:gd name="connsiteY33" fmla="*/ 37603 h 544245"/>
                <a:gd name="connsiteX34" fmla="*/ 2614422 w 9182100"/>
                <a:gd name="connsiteY34" fmla="*/ 56844 h 544245"/>
                <a:gd name="connsiteX35" fmla="*/ 2208657 w 9182100"/>
                <a:gd name="connsiteY35" fmla="*/ 81609 h 544245"/>
                <a:gd name="connsiteX36" fmla="*/ 1800606 w 9182100"/>
                <a:gd name="connsiteY36" fmla="*/ 107612 h 544245"/>
                <a:gd name="connsiteX37" fmla="*/ 1594676 w 9182100"/>
                <a:gd name="connsiteY37" fmla="*/ 124948 h 544245"/>
                <a:gd name="connsiteX38" fmla="*/ 1491996 w 9182100"/>
                <a:gd name="connsiteY38" fmla="*/ 136568 h 544245"/>
                <a:gd name="connsiteX39" fmla="*/ 1442942 w 9182100"/>
                <a:gd name="connsiteY39" fmla="*/ 141902 h 544245"/>
                <a:gd name="connsiteX40" fmla="*/ 1418463 w 9182100"/>
                <a:gd name="connsiteY40" fmla="*/ 144664 h 544245"/>
                <a:gd name="connsiteX41" fmla="*/ 1393984 w 9182100"/>
                <a:gd name="connsiteY41" fmla="*/ 146855 h 544245"/>
                <a:gd name="connsiteX42" fmla="*/ 1006697 w 9182100"/>
                <a:gd name="connsiteY42" fmla="*/ 169810 h 544245"/>
                <a:gd name="connsiteX43" fmla="*/ 816864 w 9182100"/>
                <a:gd name="connsiteY43" fmla="*/ 170953 h 544245"/>
                <a:gd name="connsiteX44" fmla="*/ 769906 w 9182100"/>
                <a:gd name="connsiteY44" fmla="*/ 169715 h 544245"/>
                <a:gd name="connsiteX45" fmla="*/ 723043 w 9182100"/>
                <a:gd name="connsiteY45" fmla="*/ 168096 h 544245"/>
                <a:gd name="connsiteX46" fmla="*/ 676370 w 9182100"/>
                <a:gd name="connsiteY46" fmla="*/ 166286 h 544245"/>
                <a:gd name="connsiteX47" fmla="*/ 629888 w 9182100"/>
                <a:gd name="connsiteY47" fmla="*/ 163333 h 544245"/>
                <a:gd name="connsiteX48" fmla="*/ 445484 w 9182100"/>
                <a:gd name="connsiteY48" fmla="*/ 146093 h 544245"/>
                <a:gd name="connsiteX49" fmla="*/ 263366 w 9182100"/>
                <a:gd name="connsiteY49" fmla="*/ 115232 h 544245"/>
                <a:gd name="connsiteX50" fmla="*/ 81439 w 9182100"/>
                <a:gd name="connsiteY50" fmla="*/ 70369 h 544245"/>
                <a:gd name="connsiteX51" fmla="*/ 35338 w 9182100"/>
                <a:gd name="connsiteY51" fmla="*/ 57034 h 544245"/>
                <a:gd name="connsiteX52" fmla="*/ 0 w 9182100"/>
                <a:gd name="connsiteY52" fmla="*/ 46652 h 544245"/>
                <a:gd name="connsiteX53" fmla="*/ 0 w 9182100"/>
                <a:gd name="connsiteY53" fmla="*/ 426795 h 544245"/>
                <a:gd name="connsiteX54" fmla="*/ 178594 w 9182100"/>
                <a:gd name="connsiteY54" fmla="*/ 479658 h 544245"/>
                <a:gd name="connsiteX55" fmla="*/ 610457 w 9182100"/>
                <a:gd name="connsiteY55" fmla="*/ 542619 h 544245"/>
                <a:gd name="connsiteX56" fmla="*/ 826865 w 9182100"/>
                <a:gd name="connsiteY56" fmla="*/ 539666 h 544245"/>
                <a:gd name="connsiteX57" fmla="*/ 1039654 w 9182100"/>
                <a:gd name="connsiteY57" fmla="*/ 515187 h 544245"/>
                <a:gd name="connsiteX58" fmla="*/ 1449705 w 9182100"/>
                <a:gd name="connsiteY58" fmla="*/ 415270 h 544245"/>
                <a:gd name="connsiteX59" fmla="*/ 1548765 w 9182100"/>
                <a:gd name="connsiteY59" fmla="*/ 382123 h 544245"/>
                <a:gd name="connsiteX60" fmla="*/ 1642872 w 9182100"/>
                <a:gd name="connsiteY60" fmla="*/ 349261 h 544245"/>
                <a:gd name="connsiteX61" fmla="*/ 1832991 w 9182100"/>
                <a:gd name="connsiteY61" fmla="*/ 289158 h 544245"/>
                <a:gd name="connsiteX62" fmla="*/ 2222754 w 9182100"/>
                <a:gd name="connsiteY62" fmla="*/ 193623 h 544245"/>
                <a:gd name="connsiteX63" fmla="*/ 2620137 w 9182100"/>
                <a:gd name="connsiteY63" fmla="*/ 138378 h 544245"/>
                <a:gd name="connsiteX64" fmla="*/ 3020473 w 9182100"/>
                <a:gd name="connsiteY64" fmla="*/ 127234 h 544245"/>
                <a:gd name="connsiteX65" fmla="*/ 3219736 w 9182100"/>
                <a:gd name="connsiteY65" fmla="*/ 139807 h 544245"/>
                <a:gd name="connsiteX66" fmla="*/ 3318605 w 9182100"/>
                <a:gd name="connsiteY66" fmla="*/ 151713 h 544245"/>
                <a:gd name="connsiteX67" fmla="*/ 3367754 w 9182100"/>
                <a:gd name="connsiteY67" fmla="*/ 158666 h 544245"/>
                <a:gd name="connsiteX68" fmla="*/ 3416618 w 9182100"/>
                <a:gd name="connsiteY68" fmla="*/ 166858 h 544245"/>
                <a:gd name="connsiteX69" fmla="*/ 3465195 w 9182100"/>
                <a:gd name="connsiteY69" fmla="*/ 176097 h 544245"/>
                <a:gd name="connsiteX70" fmla="*/ 3513868 w 9182100"/>
                <a:gd name="connsiteY70" fmla="*/ 185908 h 544245"/>
                <a:gd name="connsiteX71" fmla="*/ 3612737 w 9182100"/>
                <a:gd name="connsiteY71" fmla="*/ 207625 h 544245"/>
                <a:gd name="connsiteX72" fmla="*/ 3810381 w 9182100"/>
                <a:gd name="connsiteY72" fmla="*/ 252106 h 544245"/>
                <a:gd name="connsiteX73" fmla="*/ 4206621 w 9182100"/>
                <a:gd name="connsiteY73" fmla="*/ 339736 h 544245"/>
                <a:gd name="connsiteX74" fmla="*/ 4306062 w 9182100"/>
                <a:gd name="connsiteY74" fmla="*/ 359834 h 544245"/>
                <a:gd name="connsiteX75" fmla="*/ 4405503 w 9182100"/>
                <a:gd name="connsiteY75" fmla="*/ 378979 h 544245"/>
                <a:gd name="connsiteX76" fmla="*/ 4611529 w 9182100"/>
                <a:gd name="connsiteY76" fmla="*/ 405745 h 544245"/>
                <a:gd name="connsiteX77" fmla="*/ 5031677 w 9182100"/>
                <a:gd name="connsiteY77" fmla="*/ 427462 h 544245"/>
                <a:gd name="connsiteX78" fmla="*/ 5243227 w 9182100"/>
                <a:gd name="connsiteY78" fmla="*/ 418699 h 544245"/>
                <a:gd name="connsiteX79" fmla="*/ 5451062 w 9182100"/>
                <a:gd name="connsiteY79" fmla="*/ 398029 h 544245"/>
                <a:gd name="connsiteX80" fmla="*/ 5844635 w 9182100"/>
                <a:gd name="connsiteY80" fmla="*/ 353071 h 544245"/>
                <a:gd name="connsiteX81" fmla="*/ 5939981 w 9182100"/>
                <a:gd name="connsiteY81" fmla="*/ 346975 h 544245"/>
                <a:gd name="connsiteX82" fmla="*/ 6035898 w 9182100"/>
                <a:gd name="connsiteY82" fmla="*/ 344118 h 544245"/>
                <a:gd name="connsiteX83" fmla="*/ 6232303 w 9182100"/>
                <a:gd name="connsiteY83" fmla="*/ 343642 h 544245"/>
                <a:gd name="connsiteX84" fmla="*/ 6630924 w 9182100"/>
                <a:gd name="connsiteY84" fmla="*/ 351071 h 544245"/>
                <a:gd name="connsiteX85" fmla="*/ 6831140 w 9182100"/>
                <a:gd name="connsiteY85" fmla="*/ 356596 h 544245"/>
                <a:gd name="connsiteX86" fmla="*/ 7031545 w 9182100"/>
                <a:gd name="connsiteY86" fmla="*/ 362501 h 544245"/>
                <a:gd name="connsiteX87" fmla="*/ 7432262 w 9182100"/>
                <a:gd name="connsiteY87" fmla="*/ 378408 h 544245"/>
                <a:gd name="connsiteX88" fmla="*/ 7830312 w 9182100"/>
                <a:gd name="connsiteY88" fmla="*/ 402506 h 544245"/>
                <a:gd name="connsiteX89" fmla="*/ 7879270 w 9182100"/>
                <a:gd name="connsiteY89" fmla="*/ 406792 h 544245"/>
                <a:gd name="connsiteX90" fmla="*/ 7926895 w 9182100"/>
                <a:gd name="connsiteY90" fmla="*/ 411745 h 544245"/>
                <a:gd name="connsiteX91" fmla="*/ 7977569 w 9182100"/>
                <a:gd name="connsiteY91" fmla="*/ 417175 h 544245"/>
                <a:gd name="connsiteX92" fmla="*/ 8030623 w 9182100"/>
                <a:gd name="connsiteY92" fmla="*/ 422127 h 544245"/>
                <a:gd name="connsiteX93" fmla="*/ 8237982 w 9182100"/>
                <a:gd name="connsiteY93" fmla="*/ 435177 h 544245"/>
                <a:gd name="connsiteX94" fmla="*/ 8647748 w 9182100"/>
                <a:gd name="connsiteY94" fmla="*/ 449464 h 544245"/>
                <a:gd name="connsiteX95" fmla="*/ 8852821 w 9182100"/>
                <a:gd name="connsiteY95" fmla="*/ 456132 h 544245"/>
                <a:gd name="connsiteX96" fmla="*/ 8955786 w 9182100"/>
                <a:gd name="connsiteY96" fmla="*/ 458132 h 544245"/>
                <a:gd name="connsiteX97" fmla="*/ 9059227 w 9182100"/>
                <a:gd name="connsiteY97" fmla="*/ 457751 h 544245"/>
                <a:gd name="connsiteX98" fmla="*/ 9182005 w 9182100"/>
                <a:gd name="connsiteY98" fmla="*/ 452512 h 544245"/>
                <a:gd name="connsiteX99" fmla="*/ 9182005 w 9182100"/>
                <a:gd name="connsiteY99" fmla="*/ 154189 h 544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Lst>
              <a:rect l="l" t="t" r="r" b="b"/>
              <a:pathLst>
                <a:path w="9182100" h="544245">
                  <a:moveTo>
                    <a:pt x="9182100" y="154189"/>
                  </a:moveTo>
                  <a:cubicBezTo>
                    <a:pt x="9137618" y="157142"/>
                    <a:pt x="9092851" y="159904"/>
                    <a:pt x="9047702" y="162762"/>
                  </a:cubicBezTo>
                  <a:cubicBezTo>
                    <a:pt x="8917114" y="170668"/>
                    <a:pt x="8784717" y="178002"/>
                    <a:pt x="8652224" y="178287"/>
                  </a:cubicBezTo>
                  <a:cubicBezTo>
                    <a:pt x="8519732" y="178764"/>
                    <a:pt x="8387049" y="171239"/>
                    <a:pt x="8255603" y="161047"/>
                  </a:cubicBezTo>
                  <a:cubicBezTo>
                    <a:pt x="8189881" y="155904"/>
                    <a:pt x="8124539" y="149236"/>
                    <a:pt x="8060722" y="140854"/>
                  </a:cubicBezTo>
                  <a:cubicBezTo>
                    <a:pt x="8044815" y="138759"/>
                    <a:pt x="8029099" y="136473"/>
                    <a:pt x="8013478" y="134187"/>
                  </a:cubicBezTo>
                  <a:lnTo>
                    <a:pt x="7990428" y="130567"/>
                  </a:lnTo>
                  <a:lnTo>
                    <a:pt x="7964139" y="126853"/>
                  </a:lnTo>
                  <a:cubicBezTo>
                    <a:pt x="7946708" y="124376"/>
                    <a:pt x="7928896" y="121709"/>
                    <a:pt x="7911656" y="119518"/>
                  </a:cubicBezTo>
                  <a:lnTo>
                    <a:pt x="7860220" y="113232"/>
                  </a:lnTo>
                  <a:cubicBezTo>
                    <a:pt x="7723728" y="96277"/>
                    <a:pt x="7589044" y="83038"/>
                    <a:pt x="7453884" y="70369"/>
                  </a:cubicBezTo>
                  <a:cubicBezTo>
                    <a:pt x="7318915" y="57701"/>
                    <a:pt x="7184041" y="46366"/>
                    <a:pt x="7048976" y="36556"/>
                  </a:cubicBezTo>
                  <a:cubicBezTo>
                    <a:pt x="6981444" y="31793"/>
                    <a:pt x="6913912" y="26840"/>
                    <a:pt x="6846285" y="22649"/>
                  </a:cubicBezTo>
                  <a:cubicBezTo>
                    <a:pt x="6778657" y="18553"/>
                    <a:pt x="6710934" y="14934"/>
                    <a:pt x="6643212" y="11600"/>
                  </a:cubicBezTo>
                  <a:lnTo>
                    <a:pt x="6541485" y="7314"/>
                  </a:lnTo>
                  <a:cubicBezTo>
                    <a:pt x="6507576" y="5790"/>
                    <a:pt x="6473667" y="4647"/>
                    <a:pt x="6439567" y="3885"/>
                  </a:cubicBezTo>
                  <a:lnTo>
                    <a:pt x="6337459" y="1313"/>
                  </a:lnTo>
                  <a:lnTo>
                    <a:pt x="6234970" y="75"/>
                  </a:lnTo>
                  <a:cubicBezTo>
                    <a:pt x="6166295" y="-116"/>
                    <a:pt x="6097715" y="-116"/>
                    <a:pt x="6027802" y="2265"/>
                  </a:cubicBezTo>
                  <a:cubicBezTo>
                    <a:pt x="5993320" y="3123"/>
                    <a:pt x="5957412" y="4456"/>
                    <a:pt x="5921978" y="6552"/>
                  </a:cubicBezTo>
                  <a:cubicBezTo>
                    <a:pt x="5886546" y="8552"/>
                    <a:pt x="5851112" y="11124"/>
                    <a:pt x="5815965" y="14362"/>
                  </a:cubicBezTo>
                  <a:cubicBezTo>
                    <a:pt x="5674995" y="27126"/>
                    <a:pt x="5538597" y="48938"/>
                    <a:pt x="5408390" y="67036"/>
                  </a:cubicBezTo>
                  <a:cubicBezTo>
                    <a:pt x="5277993" y="85514"/>
                    <a:pt x="5151692" y="99039"/>
                    <a:pt x="5023866" y="103992"/>
                  </a:cubicBezTo>
                  <a:cubicBezTo>
                    <a:pt x="4960049" y="106660"/>
                    <a:pt x="4895946" y="107231"/>
                    <a:pt x="4831556" y="106374"/>
                  </a:cubicBezTo>
                  <a:cubicBezTo>
                    <a:pt x="4767167" y="105231"/>
                    <a:pt x="4702588" y="102468"/>
                    <a:pt x="4637723" y="98754"/>
                  </a:cubicBezTo>
                  <a:cubicBezTo>
                    <a:pt x="4572762" y="95230"/>
                    <a:pt x="4507992" y="88848"/>
                    <a:pt x="4442460" y="83038"/>
                  </a:cubicBezTo>
                  <a:cubicBezTo>
                    <a:pt x="4408837" y="80752"/>
                    <a:pt x="4375214" y="79228"/>
                    <a:pt x="4341686" y="77227"/>
                  </a:cubicBezTo>
                  <a:cubicBezTo>
                    <a:pt x="4308158" y="75227"/>
                    <a:pt x="4274534" y="73417"/>
                    <a:pt x="4241006" y="71989"/>
                  </a:cubicBezTo>
                  <a:cubicBezTo>
                    <a:pt x="4106895" y="65131"/>
                    <a:pt x="3971925" y="59797"/>
                    <a:pt x="3836956" y="54177"/>
                  </a:cubicBezTo>
                  <a:lnTo>
                    <a:pt x="3634549" y="45414"/>
                  </a:lnTo>
                  <a:lnTo>
                    <a:pt x="3533394" y="40461"/>
                  </a:lnTo>
                  <a:lnTo>
                    <a:pt x="3481959" y="37889"/>
                  </a:lnTo>
                  <a:cubicBezTo>
                    <a:pt x="3464719" y="37127"/>
                    <a:pt x="3447479" y="36079"/>
                    <a:pt x="3430238" y="35889"/>
                  </a:cubicBezTo>
                  <a:cubicBezTo>
                    <a:pt x="3292602" y="31126"/>
                    <a:pt x="3156299" y="33603"/>
                    <a:pt x="3020473" y="37603"/>
                  </a:cubicBezTo>
                  <a:cubicBezTo>
                    <a:pt x="2884741" y="41985"/>
                    <a:pt x="2749487" y="48843"/>
                    <a:pt x="2614422" y="56844"/>
                  </a:cubicBezTo>
                  <a:lnTo>
                    <a:pt x="2208657" y="81609"/>
                  </a:lnTo>
                  <a:cubicBezTo>
                    <a:pt x="2073116" y="89991"/>
                    <a:pt x="1937195" y="97515"/>
                    <a:pt x="1800606" y="107612"/>
                  </a:cubicBezTo>
                  <a:cubicBezTo>
                    <a:pt x="1732217" y="112184"/>
                    <a:pt x="1663827" y="117804"/>
                    <a:pt x="1594676" y="124948"/>
                  </a:cubicBezTo>
                  <a:lnTo>
                    <a:pt x="1491996" y="136568"/>
                  </a:lnTo>
                  <a:lnTo>
                    <a:pt x="1442942" y="141902"/>
                  </a:lnTo>
                  <a:lnTo>
                    <a:pt x="1418463" y="144664"/>
                  </a:lnTo>
                  <a:lnTo>
                    <a:pt x="1393984" y="146855"/>
                  </a:lnTo>
                  <a:cubicBezTo>
                    <a:pt x="1263491" y="159142"/>
                    <a:pt x="1134142" y="166667"/>
                    <a:pt x="1006697" y="169810"/>
                  </a:cubicBezTo>
                  <a:cubicBezTo>
                    <a:pt x="942975" y="172001"/>
                    <a:pt x="879729" y="171239"/>
                    <a:pt x="816864" y="170953"/>
                  </a:cubicBezTo>
                  <a:lnTo>
                    <a:pt x="769906" y="169715"/>
                  </a:lnTo>
                  <a:cubicBezTo>
                    <a:pt x="754285" y="169525"/>
                    <a:pt x="738569" y="169048"/>
                    <a:pt x="723043" y="168096"/>
                  </a:cubicBezTo>
                  <a:lnTo>
                    <a:pt x="676370" y="166286"/>
                  </a:lnTo>
                  <a:cubicBezTo>
                    <a:pt x="660845" y="165238"/>
                    <a:pt x="645414" y="164095"/>
                    <a:pt x="629888" y="163333"/>
                  </a:cubicBezTo>
                  <a:cubicBezTo>
                    <a:pt x="568071" y="159047"/>
                    <a:pt x="506540" y="154094"/>
                    <a:pt x="445484" y="146093"/>
                  </a:cubicBezTo>
                  <a:cubicBezTo>
                    <a:pt x="384524" y="137997"/>
                    <a:pt x="323850" y="128091"/>
                    <a:pt x="263366" y="115232"/>
                  </a:cubicBezTo>
                  <a:cubicBezTo>
                    <a:pt x="202787" y="102850"/>
                    <a:pt x="142589" y="87419"/>
                    <a:pt x="81439" y="70369"/>
                  </a:cubicBezTo>
                  <a:cubicBezTo>
                    <a:pt x="66199" y="66178"/>
                    <a:pt x="50864" y="61702"/>
                    <a:pt x="35338" y="57034"/>
                  </a:cubicBezTo>
                  <a:lnTo>
                    <a:pt x="0" y="46652"/>
                  </a:lnTo>
                  <a:lnTo>
                    <a:pt x="0" y="426795"/>
                  </a:lnTo>
                  <a:cubicBezTo>
                    <a:pt x="58198" y="446416"/>
                    <a:pt x="117920" y="464323"/>
                    <a:pt x="178594" y="479658"/>
                  </a:cubicBezTo>
                  <a:cubicBezTo>
                    <a:pt x="319850" y="514901"/>
                    <a:pt x="465582" y="537094"/>
                    <a:pt x="610457" y="542619"/>
                  </a:cubicBezTo>
                  <a:cubicBezTo>
                    <a:pt x="682943" y="545953"/>
                    <a:pt x="755142" y="543762"/>
                    <a:pt x="826865" y="539666"/>
                  </a:cubicBezTo>
                  <a:cubicBezTo>
                    <a:pt x="898398" y="534523"/>
                    <a:pt x="969645" y="526903"/>
                    <a:pt x="1039654" y="515187"/>
                  </a:cubicBezTo>
                  <a:cubicBezTo>
                    <a:pt x="1180052" y="492517"/>
                    <a:pt x="1316736" y="457751"/>
                    <a:pt x="1449705" y="415270"/>
                  </a:cubicBezTo>
                  <a:cubicBezTo>
                    <a:pt x="1483138" y="405364"/>
                    <a:pt x="1515809" y="393172"/>
                    <a:pt x="1548765" y="382123"/>
                  </a:cubicBezTo>
                  <a:lnTo>
                    <a:pt x="1642872" y="349261"/>
                  </a:lnTo>
                  <a:cubicBezTo>
                    <a:pt x="1705261" y="328211"/>
                    <a:pt x="1768983" y="308208"/>
                    <a:pt x="1832991" y="289158"/>
                  </a:cubicBezTo>
                  <a:cubicBezTo>
                    <a:pt x="1961198" y="251821"/>
                    <a:pt x="2091404" y="219435"/>
                    <a:pt x="2222754" y="193623"/>
                  </a:cubicBezTo>
                  <a:cubicBezTo>
                    <a:pt x="2354199" y="168382"/>
                    <a:pt x="2486882" y="149332"/>
                    <a:pt x="2620137" y="138378"/>
                  </a:cubicBezTo>
                  <a:cubicBezTo>
                    <a:pt x="2753392" y="127424"/>
                    <a:pt x="2887123" y="122947"/>
                    <a:pt x="3020473" y="127234"/>
                  </a:cubicBezTo>
                  <a:cubicBezTo>
                    <a:pt x="3087148" y="129043"/>
                    <a:pt x="3153632" y="133711"/>
                    <a:pt x="3219736" y="139807"/>
                  </a:cubicBezTo>
                  <a:cubicBezTo>
                    <a:pt x="3252788" y="143426"/>
                    <a:pt x="3285839" y="146760"/>
                    <a:pt x="3318605" y="151713"/>
                  </a:cubicBezTo>
                  <a:lnTo>
                    <a:pt x="3367754" y="158666"/>
                  </a:lnTo>
                  <a:cubicBezTo>
                    <a:pt x="3384042" y="161238"/>
                    <a:pt x="3400330" y="164000"/>
                    <a:pt x="3416618" y="166858"/>
                  </a:cubicBezTo>
                  <a:cubicBezTo>
                    <a:pt x="3432905" y="169525"/>
                    <a:pt x="3449003" y="172954"/>
                    <a:pt x="3465195" y="176097"/>
                  </a:cubicBezTo>
                  <a:cubicBezTo>
                    <a:pt x="3481483" y="179431"/>
                    <a:pt x="3497199" y="182288"/>
                    <a:pt x="3513868" y="185908"/>
                  </a:cubicBezTo>
                  <a:lnTo>
                    <a:pt x="3612737" y="207625"/>
                  </a:lnTo>
                  <a:lnTo>
                    <a:pt x="3810381" y="252106"/>
                  </a:lnTo>
                  <a:cubicBezTo>
                    <a:pt x="3942112" y="282015"/>
                    <a:pt x="4073843" y="312590"/>
                    <a:pt x="4206621" y="339736"/>
                  </a:cubicBezTo>
                  <a:cubicBezTo>
                    <a:pt x="4239768" y="346785"/>
                    <a:pt x="4272915" y="353452"/>
                    <a:pt x="4306062" y="359834"/>
                  </a:cubicBezTo>
                  <a:cubicBezTo>
                    <a:pt x="4339209" y="366216"/>
                    <a:pt x="4372356" y="372979"/>
                    <a:pt x="4405503" y="378979"/>
                  </a:cubicBezTo>
                  <a:cubicBezTo>
                    <a:pt x="4473416" y="389266"/>
                    <a:pt x="4542378" y="398410"/>
                    <a:pt x="4611529" y="405745"/>
                  </a:cubicBezTo>
                  <a:cubicBezTo>
                    <a:pt x="4749832" y="420794"/>
                    <a:pt x="4890326" y="428795"/>
                    <a:pt x="5031677" y="427462"/>
                  </a:cubicBezTo>
                  <a:cubicBezTo>
                    <a:pt x="5102352" y="426985"/>
                    <a:pt x="5173028" y="423747"/>
                    <a:pt x="5243227" y="418699"/>
                  </a:cubicBezTo>
                  <a:cubicBezTo>
                    <a:pt x="5313427" y="413650"/>
                    <a:pt x="5382959" y="406030"/>
                    <a:pt x="5451062" y="398029"/>
                  </a:cubicBezTo>
                  <a:cubicBezTo>
                    <a:pt x="5587651" y="381551"/>
                    <a:pt x="5717381" y="362501"/>
                    <a:pt x="5844635" y="353071"/>
                  </a:cubicBezTo>
                  <a:cubicBezTo>
                    <a:pt x="5876544" y="350690"/>
                    <a:pt x="5908262" y="348404"/>
                    <a:pt x="5939981" y="346975"/>
                  </a:cubicBezTo>
                  <a:cubicBezTo>
                    <a:pt x="5971794" y="345356"/>
                    <a:pt x="6003036" y="344308"/>
                    <a:pt x="6035898" y="344118"/>
                  </a:cubicBezTo>
                  <a:cubicBezTo>
                    <a:pt x="6100477" y="343070"/>
                    <a:pt x="6166390" y="343356"/>
                    <a:pt x="6232303" y="343642"/>
                  </a:cubicBezTo>
                  <a:cubicBezTo>
                    <a:pt x="6364415" y="344880"/>
                    <a:pt x="6497669" y="347833"/>
                    <a:pt x="6630924" y="351071"/>
                  </a:cubicBezTo>
                  <a:lnTo>
                    <a:pt x="6831140" y="356596"/>
                  </a:lnTo>
                  <a:lnTo>
                    <a:pt x="7031545" y="362501"/>
                  </a:lnTo>
                  <a:cubicBezTo>
                    <a:pt x="7165086" y="367454"/>
                    <a:pt x="7298818" y="371835"/>
                    <a:pt x="7432262" y="378408"/>
                  </a:cubicBezTo>
                  <a:cubicBezTo>
                    <a:pt x="7565518" y="384790"/>
                    <a:pt x="7699153" y="392124"/>
                    <a:pt x="7830312" y="402506"/>
                  </a:cubicBezTo>
                  <a:lnTo>
                    <a:pt x="7879270" y="406792"/>
                  </a:lnTo>
                  <a:lnTo>
                    <a:pt x="7926895" y="411745"/>
                  </a:lnTo>
                  <a:lnTo>
                    <a:pt x="7977569" y="417175"/>
                  </a:lnTo>
                  <a:cubicBezTo>
                    <a:pt x="7995380" y="418984"/>
                    <a:pt x="8013097" y="420699"/>
                    <a:pt x="8030623" y="422127"/>
                  </a:cubicBezTo>
                  <a:cubicBezTo>
                    <a:pt x="8100632" y="427843"/>
                    <a:pt x="8169402" y="431748"/>
                    <a:pt x="8237982" y="435177"/>
                  </a:cubicBezTo>
                  <a:cubicBezTo>
                    <a:pt x="8375047" y="442035"/>
                    <a:pt x="8511254" y="444511"/>
                    <a:pt x="8647748" y="449464"/>
                  </a:cubicBezTo>
                  <a:cubicBezTo>
                    <a:pt x="8715946" y="451750"/>
                    <a:pt x="8784336" y="454513"/>
                    <a:pt x="8852821" y="456132"/>
                  </a:cubicBezTo>
                  <a:cubicBezTo>
                    <a:pt x="8887111" y="456989"/>
                    <a:pt x="8921401" y="457751"/>
                    <a:pt x="8955786" y="458132"/>
                  </a:cubicBezTo>
                  <a:cubicBezTo>
                    <a:pt x="8990171" y="458323"/>
                    <a:pt x="9024651" y="458227"/>
                    <a:pt x="9059227" y="457751"/>
                  </a:cubicBezTo>
                  <a:cubicBezTo>
                    <a:pt x="9099995" y="456989"/>
                    <a:pt x="9140857" y="455275"/>
                    <a:pt x="9182005" y="452512"/>
                  </a:cubicBezTo>
                  <a:lnTo>
                    <a:pt x="9182005" y="154189"/>
                  </a:lnTo>
                  <a:close/>
                </a:path>
              </a:pathLst>
            </a:custGeom>
            <a:solidFill>
              <a:schemeClr val="bg1">
                <a:alpha val="30000"/>
              </a:schemeClr>
            </a:solidFill>
            <a:ln w="9525" cap="flat">
              <a:noFill/>
              <a:prstDash val="solid"/>
              <a:miter/>
            </a:ln>
          </p:spPr>
          <p:txBody>
            <a:bodyPr rtlCol="0" anchor="ctr"/>
            <a:lstStyle/>
            <a:p>
              <a:endParaRPr lang="en-US"/>
            </a:p>
          </p:txBody>
        </p:sp>
        <p:sp>
          <p:nvSpPr>
            <p:cNvPr id="14348" name="Freeform: Shape 14347">
              <a:extLst>
                <a:ext uri="{FF2B5EF4-FFF2-40B4-BE49-F238E27FC236}">
                  <a16:creationId xmlns:a16="http://schemas.microsoft.com/office/drawing/2014/main" id="{5EF4DD4B-217B-4346-A2B8-4327936399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324550"/>
              <a:ext cx="9182100" cy="765639"/>
            </a:xfrm>
            <a:custGeom>
              <a:avLst/>
              <a:gdLst>
                <a:gd name="connsiteX0" fmla="*/ 9182100 w 9182100"/>
                <a:gd name="connsiteY0" fmla="*/ 351088 h 765639"/>
                <a:gd name="connsiteX1" fmla="*/ 9178480 w 9182100"/>
                <a:gd name="connsiteY1" fmla="*/ 350993 h 765639"/>
                <a:gd name="connsiteX2" fmla="*/ 8783955 w 9182100"/>
                <a:gd name="connsiteY2" fmla="*/ 327561 h 765639"/>
                <a:gd name="connsiteX3" fmla="*/ 8390763 w 9182100"/>
                <a:gd name="connsiteY3" fmla="*/ 288795 h 765639"/>
                <a:gd name="connsiteX4" fmla="*/ 8199502 w 9182100"/>
                <a:gd name="connsiteY4" fmla="*/ 262601 h 765639"/>
                <a:gd name="connsiteX5" fmla="*/ 8153972 w 9182100"/>
                <a:gd name="connsiteY5" fmla="*/ 254886 h 765639"/>
                <a:gd name="connsiteX6" fmla="*/ 8131588 w 9182100"/>
                <a:gd name="connsiteY6" fmla="*/ 250790 h 765639"/>
                <a:gd name="connsiteX7" fmla="*/ 8104632 w 9182100"/>
                <a:gd name="connsiteY7" fmla="*/ 246504 h 765639"/>
                <a:gd name="connsiteX8" fmla="*/ 8050911 w 9182100"/>
                <a:gd name="connsiteY8" fmla="*/ 238217 h 765639"/>
                <a:gd name="connsiteX9" fmla="*/ 7998810 w 9182100"/>
                <a:gd name="connsiteY9" fmla="*/ 230978 h 765639"/>
                <a:gd name="connsiteX10" fmla="*/ 7589902 w 9182100"/>
                <a:gd name="connsiteY10" fmla="*/ 183925 h 765639"/>
                <a:gd name="connsiteX11" fmla="*/ 7183469 w 9182100"/>
                <a:gd name="connsiteY11" fmla="*/ 147634 h 765639"/>
                <a:gd name="connsiteX12" fmla="*/ 6775990 w 9182100"/>
                <a:gd name="connsiteY12" fmla="*/ 119821 h 765639"/>
                <a:gd name="connsiteX13" fmla="*/ 6364795 w 9182100"/>
                <a:gd name="connsiteY13" fmla="*/ 102391 h 765639"/>
                <a:gd name="connsiteX14" fmla="*/ 6154293 w 9182100"/>
                <a:gd name="connsiteY14" fmla="*/ 100581 h 765639"/>
                <a:gd name="connsiteX15" fmla="*/ 6100287 w 9182100"/>
                <a:gd name="connsiteY15" fmla="*/ 101343 h 765639"/>
                <a:gd name="connsiteX16" fmla="*/ 6045327 w 9182100"/>
                <a:gd name="connsiteY16" fmla="*/ 103438 h 765639"/>
                <a:gd name="connsiteX17" fmla="*/ 5935980 w 9182100"/>
                <a:gd name="connsiteY17" fmla="*/ 110296 h 765639"/>
                <a:gd name="connsiteX18" fmla="*/ 5523357 w 9182100"/>
                <a:gd name="connsiteY18" fmla="*/ 157635 h 765639"/>
                <a:gd name="connsiteX19" fmla="*/ 5149882 w 9182100"/>
                <a:gd name="connsiteY19" fmla="*/ 185639 h 765639"/>
                <a:gd name="connsiteX20" fmla="*/ 4777073 w 9182100"/>
                <a:gd name="connsiteY20" fmla="*/ 170685 h 765639"/>
                <a:gd name="connsiteX21" fmla="*/ 4729925 w 9182100"/>
                <a:gd name="connsiteY21" fmla="*/ 166208 h 765639"/>
                <a:gd name="connsiteX22" fmla="*/ 4682585 w 9182100"/>
                <a:gd name="connsiteY22" fmla="*/ 161064 h 765639"/>
                <a:gd name="connsiteX23" fmla="*/ 4635151 w 9182100"/>
                <a:gd name="connsiteY23" fmla="*/ 155445 h 765639"/>
                <a:gd name="connsiteX24" fmla="*/ 4611434 w 9182100"/>
                <a:gd name="connsiteY24" fmla="*/ 152492 h 765639"/>
                <a:gd name="connsiteX25" fmla="*/ 4587145 w 9182100"/>
                <a:gd name="connsiteY25" fmla="*/ 149349 h 765639"/>
                <a:gd name="connsiteX26" fmla="*/ 4387977 w 9182100"/>
                <a:gd name="connsiteY26" fmla="*/ 122774 h 765639"/>
                <a:gd name="connsiteX27" fmla="*/ 3989356 w 9182100"/>
                <a:gd name="connsiteY27" fmla="*/ 68577 h 765639"/>
                <a:gd name="connsiteX28" fmla="*/ 3789140 w 9182100"/>
                <a:gd name="connsiteY28" fmla="*/ 42192 h 765639"/>
                <a:gd name="connsiteX29" fmla="*/ 3689033 w 9182100"/>
                <a:gd name="connsiteY29" fmla="*/ 29143 h 765639"/>
                <a:gd name="connsiteX30" fmla="*/ 3634835 w 9182100"/>
                <a:gd name="connsiteY30" fmla="*/ 22571 h 765639"/>
                <a:gd name="connsiteX31" fmla="*/ 3579876 w 9182100"/>
                <a:gd name="connsiteY31" fmla="*/ 16856 h 765639"/>
                <a:gd name="connsiteX32" fmla="*/ 3147441 w 9182100"/>
                <a:gd name="connsiteY32" fmla="*/ 473 h 765639"/>
                <a:gd name="connsiteX33" fmla="*/ 2724722 w 9182100"/>
                <a:gd name="connsiteY33" fmla="*/ 22857 h 765639"/>
                <a:gd name="connsiteX34" fmla="*/ 1898428 w 9182100"/>
                <a:gd name="connsiteY34" fmla="*/ 147730 h 765639"/>
                <a:gd name="connsiteX35" fmla="*/ 1692878 w 9182100"/>
                <a:gd name="connsiteY35" fmla="*/ 195069 h 765639"/>
                <a:gd name="connsiteX36" fmla="*/ 1640205 w 9182100"/>
                <a:gd name="connsiteY36" fmla="*/ 208785 h 765639"/>
                <a:gd name="connsiteX37" fmla="*/ 1592294 w 9182100"/>
                <a:gd name="connsiteY37" fmla="*/ 221643 h 765639"/>
                <a:gd name="connsiteX38" fmla="*/ 1500092 w 9182100"/>
                <a:gd name="connsiteY38" fmla="*/ 245551 h 765639"/>
                <a:gd name="connsiteX39" fmla="*/ 1130046 w 9182100"/>
                <a:gd name="connsiteY39" fmla="*/ 318227 h 765639"/>
                <a:gd name="connsiteX40" fmla="*/ 944880 w 9182100"/>
                <a:gd name="connsiteY40" fmla="*/ 337658 h 765639"/>
                <a:gd name="connsiteX41" fmla="*/ 852583 w 9182100"/>
                <a:gd name="connsiteY41" fmla="*/ 341944 h 765639"/>
                <a:gd name="connsiteX42" fmla="*/ 760476 w 9182100"/>
                <a:gd name="connsiteY42" fmla="*/ 343087 h 765639"/>
                <a:gd name="connsiteX43" fmla="*/ 577215 w 9182100"/>
                <a:gd name="connsiteY43" fmla="*/ 332800 h 765639"/>
                <a:gd name="connsiteX44" fmla="*/ 394907 w 9182100"/>
                <a:gd name="connsiteY44" fmla="*/ 305463 h 765639"/>
                <a:gd name="connsiteX45" fmla="*/ 211265 w 9182100"/>
                <a:gd name="connsiteY45" fmla="*/ 261363 h 765639"/>
                <a:gd name="connsiteX46" fmla="*/ 17526 w 9182100"/>
                <a:gd name="connsiteY46" fmla="*/ 204880 h 765639"/>
                <a:gd name="connsiteX47" fmla="*/ 0 w 9182100"/>
                <a:gd name="connsiteY47" fmla="*/ 199927 h 765639"/>
                <a:gd name="connsiteX48" fmla="*/ 0 w 9182100"/>
                <a:gd name="connsiteY48" fmla="*/ 526920 h 765639"/>
                <a:gd name="connsiteX49" fmla="*/ 100298 w 9182100"/>
                <a:gd name="connsiteY49" fmla="*/ 571973 h 765639"/>
                <a:gd name="connsiteX50" fmla="*/ 301562 w 9182100"/>
                <a:gd name="connsiteY50" fmla="*/ 649697 h 765639"/>
                <a:gd name="connsiteX51" fmla="*/ 731044 w 9182100"/>
                <a:gd name="connsiteY51" fmla="*/ 746947 h 765639"/>
                <a:gd name="connsiteX52" fmla="*/ 1168241 w 9182100"/>
                <a:gd name="connsiteY52" fmla="*/ 762759 h 765639"/>
                <a:gd name="connsiteX53" fmla="*/ 1596581 w 9182100"/>
                <a:gd name="connsiteY53" fmla="*/ 716944 h 765639"/>
                <a:gd name="connsiteX54" fmla="*/ 1701641 w 9182100"/>
                <a:gd name="connsiteY54" fmla="*/ 697894 h 765639"/>
                <a:gd name="connsiteX55" fmla="*/ 1752124 w 9182100"/>
                <a:gd name="connsiteY55" fmla="*/ 688273 h 765639"/>
                <a:gd name="connsiteX56" fmla="*/ 1797939 w 9182100"/>
                <a:gd name="connsiteY56" fmla="*/ 679891 h 765639"/>
                <a:gd name="connsiteX57" fmla="*/ 1988630 w 9182100"/>
                <a:gd name="connsiteY57" fmla="*/ 649316 h 765639"/>
                <a:gd name="connsiteX58" fmla="*/ 2376297 w 9182100"/>
                <a:gd name="connsiteY58" fmla="*/ 601691 h 765639"/>
                <a:gd name="connsiteX59" fmla="*/ 2570416 w 9182100"/>
                <a:gd name="connsiteY59" fmla="*/ 584165 h 765639"/>
                <a:gd name="connsiteX60" fmla="*/ 2764155 w 9182100"/>
                <a:gd name="connsiteY60" fmla="*/ 571497 h 765639"/>
                <a:gd name="connsiteX61" fmla="*/ 2956941 w 9182100"/>
                <a:gd name="connsiteY61" fmla="*/ 564163 h 765639"/>
                <a:gd name="connsiteX62" fmla="*/ 3148298 w 9182100"/>
                <a:gd name="connsiteY62" fmla="*/ 562639 h 765639"/>
                <a:gd name="connsiteX63" fmla="*/ 3337274 w 9182100"/>
                <a:gd name="connsiteY63" fmla="*/ 568544 h 765639"/>
                <a:gd name="connsiteX64" fmla="*/ 3522345 w 9182100"/>
                <a:gd name="connsiteY64" fmla="*/ 583308 h 765639"/>
                <a:gd name="connsiteX65" fmla="*/ 3567779 w 9182100"/>
                <a:gd name="connsiteY65" fmla="*/ 588642 h 765639"/>
                <a:gd name="connsiteX66" fmla="*/ 3613785 w 9182100"/>
                <a:gd name="connsiteY66" fmla="*/ 594357 h 765639"/>
                <a:gd name="connsiteX67" fmla="*/ 3713798 w 9182100"/>
                <a:gd name="connsiteY67" fmla="*/ 607882 h 765639"/>
                <a:gd name="connsiteX68" fmla="*/ 3913823 w 9182100"/>
                <a:gd name="connsiteY68" fmla="*/ 634838 h 765639"/>
                <a:gd name="connsiteX69" fmla="*/ 4315873 w 9182100"/>
                <a:gd name="connsiteY69" fmla="*/ 686273 h 765639"/>
                <a:gd name="connsiteX70" fmla="*/ 4517422 w 9182100"/>
                <a:gd name="connsiteY70" fmla="*/ 710086 h 765639"/>
                <a:gd name="connsiteX71" fmla="*/ 4728972 w 9182100"/>
                <a:gd name="connsiteY71" fmla="*/ 731422 h 765639"/>
                <a:gd name="connsiteX72" fmla="*/ 5162931 w 9182100"/>
                <a:gd name="connsiteY72" fmla="*/ 744185 h 765639"/>
                <a:gd name="connsiteX73" fmla="*/ 5594033 w 9182100"/>
                <a:gd name="connsiteY73" fmla="*/ 706466 h 765639"/>
                <a:gd name="connsiteX74" fmla="*/ 5982939 w 9182100"/>
                <a:gd name="connsiteY74" fmla="*/ 655793 h 765639"/>
                <a:gd name="connsiteX75" fmla="*/ 6075045 w 9182100"/>
                <a:gd name="connsiteY75" fmla="*/ 648459 h 765639"/>
                <a:gd name="connsiteX76" fmla="*/ 6167819 w 9182100"/>
                <a:gd name="connsiteY76" fmla="*/ 643887 h 765639"/>
                <a:gd name="connsiteX77" fmla="*/ 6361081 w 9182100"/>
                <a:gd name="connsiteY77" fmla="*/ 639124 h 765639"/>
                <a:gd name="connsiteX78" fmla="*/ 6757321 w 9182100"/>
                <a:gd name="connsiteY78" fmla="*/ 640458 h 765639"/>
                <a:gd name="connsiteX79" fmla="*/ 7156704 w 9182100"/>
                <a:gd name="connsiteY79" fmla="*/ 649030 h 765639"/>
                <a:gd name="connsiteX80" fmla="*/ 7556373 w 9182100"/>
                <a:gd name="connsiteY80" fmla="*/ 662365 h 765639"/>
                <a:gd name="connsiteX81" fmla="*/ 7952328 w 9182100"/>
                <a:gd name="connsiteY81" fmla="*/ 682177 h 765639"/>
                <a:gd name="connsiteX82" fmla="*/ 8000714 w 9182100"/>
                <a:gd name="connsiteY82" fmla="*/ 685511 h 765639"/>
                <a:gd name="connsiteX83" fmla="*/ 8047196 w 9182100"/>
                <a:gd name="connsiteY83" fmla="*/ 689416 h 765639"/>
                <a:gd name="connsiteX84" fmla="*/ 8097965 w 9182100"/>
                <a:gd name="connsiteY84" fmla="*/ 693893 h 765639"/>
                <a:gd name="connsiteX85" fmla="*/ 8152733 w 9182100"/>
                <a:gd name="connsiteY85" fmla="*/ 697894 h 765639"/>
                <a:gd name="connsiteX86" fmla="*/ 8363903 w 9182100"/>
                <a:gd name="connsiteY86" fmla="*/ 705133 h 765639"/>
                <a:gd name="connsiteX87" fmla="*/ 8777764 w 9182100"/>
                <a:gd name="connsiteY87" fmla="*/ 698084 h 765639"/>
                <a:gd name="connsiteX88" fmla="*/ 9182005 w 9182100"/>
                <a:gd name="connsiteY88" fmla="*/ 668366 h 765639"/>
                <a:gd name="connsiteX89" fmla="*/ 9182005 w 9182100"/>
                <a:gd name="connsiteY89" fmla="*/ 351088 h 765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9182100" h="765639">
                  <a:moveTo>
                    <a:pt x="9182100" y="351088"/>
                  </a:moveTo>
                  <a:cubicBezTo>
                    <a:pt x="9180862" y="351088"/>
                    <a:pt x="9179719" y="350993"/>
                    <a:pt x="9178480" y="350993"/>
                  </a:cubicBezTo>
                  <a:cubicBezTo>
                    <a:pt x="9047607" y="346421"/>
                    <a:pt x="8915591" y="337944"/>
                    <a:pt x="8783955" y="327561"/>
                  </a:cubicBezTo>
                  <a:cubicBezTo>
                    <a:pt x="8652320" y="316894"/>
                    <a:pt x="8520589" y="304416"/>
                    <a:pt x="8390763" y="288795"/>
                  </a:cubicBezTo>
                  <a:cubicBezTo>
                    <a:pt x="8325898" y="281175"/>
                    <a:pt x="8261509" y="272602"/>
                    <a:pt x="8199502" y="262601"/>
                  </a:cubicBezTo>
                  <a:cubicBezTo>
                    <a:pt x="8184070" y="260029"/>
                    <a:pt x="8168831" y="257553"/>
                    <a:pt x="8153972" y="254886"/>
                  </a:cubicBezTo>
                  <a:lnTo>
                    <a:pt x="8131588" y="250790"/>
                  </a:lnTo>
                  <a:lnTo>
                    <a:pt x="8104632" y="246504"/>
                  </a:lnTo>
                  <a:cubicBezTo>
                    <a:pt x="8086725" y="243741"/>
                    <a:pt x="8068247" y="240598"/>
                    <a:pt x="8050911" y="238217"/>
                  </a:cubicBezTo>
                  <a:lnTo>
                    <a:pt x="7998810" y="230978"/>
                  </a:lnTo>
                  <a:cubicBezTo>
                    <a:pt x="7860697" y="212023"/>
                    <a:pt x="7725633" y="198021"/>
                    <a:pt x="7589902" y="183925"/>
                  </a:cubicBezTo>
                  <a:cubicBezTo>
                    <a:pt x="7454360" y="170304"/>
                    <a:pt x="7319010" y="158779"/>
                    <a:pt x="7183469" y="147634"/>
                  </a:cubicBezTo>
                  <a:cubicBezTo>
                    <a:pt x="7047929" y="137252"/>
                    <a:pt x="6912198" y="127632"/>
                    <a:pt x="6775990" y="119821"/>
                  </a:cubicBezTo>
                  <a:cubicBezTo>
                    <a:pt x="6639592" y="112582"/>
                    <a:pt x="6503194" y="105439"/>
                    <a:pt x="6364795" y="102391"/>
                  </a:cubicBezTo>
                  <a:cubicBezTo>
                    <a:pt x="6295263" y="101057"/>
                    <a:pt x="6225826" y="99819"/>
                    <a:pt x="6154293" y="100581"/>
                  </a:cubicBezTo>
                  <a:cubicBezTo>
                    <a:pt x="6136577" y="100581"/>
                    <a:pt x="6118860" y="100581"/>
                    <a:pt x="6100287" y="101343"/>
                  </a:cubicBezTo>
                  <a:cubicBezTo>
                    <a:pt x="6081903" y="101819"/>
                    <a:pt x="6063615" y="102486"/>
                    <a:pt x="6045327" y="103438"/>
                  </a:cubicBezTo>
                  <a:cubicBezTo>
                    <a:pt x="6008656" y="104962"/>
                    <a:pt x="5972175" y="107439"/>
                    <a:pt x="5935980" y="110296"/>
                  </a:cubicBezTo>
                  <a:cubicBezTo>
                    <a:pt x="5790724" y="121631"/>
                    <a:pt x="5651659" y="142110"/>
                    <a:pt x="5523357" y="157635"/>
                  </a:cubicBezTo>
                  <a:cubicBezTo>
                    <a:pt x="5394484" y="173542"/>
                    <a:pt x="5273040" y="183543"/>
                    <a:pt x="5149882" y="185639"/>
                  </a:cubicBezTo>
                  <a:cubicBezTo>
                    <a:pt x="5027010" y="187925"/>
                    <a:pt x="4902803" y="182210"/>
                    <a:pt x="4777073" y="170685"/>
                  </a:cubicBezTo>
                  <a:lnTo>
                    <a:pt x="4729925" y="166208"/>
                  </a:lnTo>
                  <a:lnTo>
                    <a:pt x="4682585" y="161064"/>
                  </a:lnTo>
                  <a:cubicBezTo>
                    <a:pt x="4666869" y="159445"/>
                    <a:pt x="4650963" y="157350"/>
                    <a:pt x="4635151" y="155445"/>
                  </a:cubicBezTo>
                  <a:lnTo>
                    <a:pt x="4611434" y="152492"/>
                  </a:lnTo>
                  <a:cubicBezTo>
                    <a:pt x="4603623" y="151539"/>
                    <a:pt x="4595622" y="150587"/>
                    <a:pt x="4587145" y="149349"/>
                  </a:cubicBezTo>
                  <a:lnTo>
                    <a:pt x="4387977" y="122774"/>
                  </a:lnTo>
                  <a:lnTo>
                    <a:pt x="3989356" y="68577"/>
                  </a:lnTo>
                  <a:lnTo>
                    <a:pt x="3789140" y="42192"/>
                  </a:lnTo>
                  <a:lnTo>
                    <a:pt x="3689033" y="29143"/>
                  </a:lnTo>
                  <a:lnTo>
                    <a:pt x="3634835" y="22571"/>
                  </a:lnTo>
                  <a:cubicBezTo>
                    <a:pt x="3616452" y="20285"/>
                    <a:pt x="3598069" y="18380"/>
                    <a:pt x="3579876" y="16856"/>
                  </a:cubicBezTo>
                  <a:cubicBezTo>
                    <a:pt x="3433667" y="3140"/>
                    <a:pt x="3289840" y="-1622"/>
                    <a:pt x="3147441" y="473"/>
                  </a:cubicBezTo>
                  <a:cubicBezTo>
                    <a:pt x="3005138" y="2283"/>
                    <a:pt x="2864263" y="10188"/>
                    <a:pt x="2724722" y="22857"/>
                  </a:cubicBezTo>
                  <a:cubicBezTo>
                    <a:pt x="2445353" y="48098"/>
                    <a:pt x="2171129" y="90198"/>
                    <a:pt x="1898428" y="147730"/>
                  </a:cubicBezTo>
                  <a:cubicBezTo>
                    <a:pt x="1830134" y="162208"/>
                    <a:pt x="1762030" y="177448"/>
                    <a:pt x="1692878" y="195069"/>
                  </a:cubicBezTo>
                  <a:lnTo>
                    <a:pt x="1640205" y="208785"/>
                  </a:lnTo>
                  <a:lnTo>
                    <a:pt x="1592294" y="221643"/>
                  </a:lnTo>
                  <a:cubicBezTo>
                    <a:pt x="1561624" y="229740"/>
                    <a:pt x="1530858" y="238503"/>
                    <a:pt x="1500092" y="245551"/>
                  </a:cubicBezTo>
                  <a:cubicBezTo>
                    <a:pt x="1377125" y="276412"/>
                    <a:pt x="1253490" y="300987"/>
                    <a:pt x="1130046" y="318227"/>
                  </a:cubicBezTo>
                  <a:cubicBezTo>
                    <a:pt x="1068229" y="326895"/>
                    <a:pt x="1006602" y="333086"/>
                    <a:pt x="944880" y="337658"/>
                  </a:cubicBezTo>
                  <a:cubicBezTo>
                    <a:pt x="914114" y="339277"/>
                    <a:pt x="883253" y="341563"/>
                    <a:pt x="852583" y="341944"/>
                  </a:cubicBezTo>
                  <a:cubicBezTo>
                    <a:pt x="821817" y="343278"/>
                    <a:pt x="791147" y="342992"/>
                    <a:pt x="760476" y="343087"/>
                  </a:cubicBezTo>
                  <a:cubicBezTo>
                    <a:pt x="699230" y="342135"/>
                    <a:pt x="638175" y="338706"/>
                    <a:pt x="577215" y="332800"/>
                  </a:cubicBezTo>
                  <a:cubicBezTo>
                    <a:pt x="516255" y="326895"/>
                    <a:pt x="455771" y="317179"/>
                    <a:pt x="394907" y="305463"/>
                  </a:cubicBezTo>
                  <a:cubicBezTo>
                    <a:pt x="334137" y="293557"/>
                    <a:pt x="273368" y="278412"/>
                    <a:pt x="211265" y="261363"/>
                  </a:cubicBezTo>
                  <a:cubicBezTo>
                    <a:pt x="149066" y="244123"/>
                    <a:pt x="85820" y="224310"/>
                    <a:pt x="17526" y="204880"/>
                  </a:cubicBezTo>
                  <a:cubicBezTo>
                    <a:pt x="11716" y="203165"/>
                    <a:pt x="5906" y="201546"/>
                    <a:pt x="0" y="199927"/>
                  </a:cubicBezTo>
                  <a:lnTo>
                    <a:pt x="0" y="526920"/>
                  </a:lnTo>
                  <a:cubicBezTo>
                    <a:pt x="32576" y="541874"/>
                    <a:pt x="66104" y="557114"/>
                    <a:pt x="100298" y="571973"/>
                  </a:cubicBezTo>
                  <a:cubicBezTo>
                    <a:pt x="164973" y="600167"/>
                    <a:pt x="232410" y="626456"/>
                    <a:pt x="301562" y="649697"/>
                  </a:cubicBezTo>
                  <a:cubicBezTo>
                    <a:pt x="439865" y="696655"/>
                    <a:pt x="585216" y="728754"/>
                    <a:pt x="731044" y="746947"/>
                  </a:cubicBezTo>
                  <a:cubicBezTo>
                    <a:pt x="876967" y="764664"/>
                    <a:pt x="1023652" y="769426"/>
                    <a:pt x="1168241" y="762759"/>
                  </a:cubicBezTo>
                  <a:cubicBezTo>
                    <a:pt x="1313021" y="756663"/>
                    <a:pt x="1455896" y="740185"/>
                    <a:pt x="1596581" y="716944"/>
                  </a:cubicBezTo>
                  <a:cubicBezTo>
                    <a:pt x="1632014" y="711610"/>
                    <a:pt x="1666685" y="704371"/>
                    <a:pt x="1701641" y="697894"/>
                  </a:cubicBezTo>
                  <a:lnTo>
                    <a:pt x="1752124" y="688273"/>
                  </a:lnTo>
                  <a:lnTo>
                    <a:pt x="1797939" y="679891"/>
                  </a:lnTo>
                  <a:cubicBezTo>
                    <a:pt x="1860328" y="669128"/>
                    <a:pt x="1924431" y="658746"/>
                    <a:pt x="1988630" y="649316"/>
                  </a:cubicBezTo>
                  <a:cubicBezTo>
                    <a:pt x="2117217" y="630838"/>
                    <a:pt x="2246852" y="614645"/>
                    <a:pt x="2376297" y="601691"/>
                  </a:cubicBezTo>
                  <a:cubicBezTo>
                    <a:pt x="2441067" y="595214"/>
                    <a:pt x="2505742" y="589118"/>
                    <a:pt x="2570416" y="584165"/>
                  </a:cubicBezTo>
                  <a:cubicBezTo>
                    <a:pt x="2635091" y="579402"/>
                    <a:pt x="2699671" y="574831"/>
                    <a:pt x="2764155" y="571497"/>
                  </a:cubicBezTo>
                  <a:cubicBezTo>
                    <a:pt x="2828639" y="568068"/>
                    <a:pt x="2892933" y="565401"/>
                    <a:pt x="2956941" y="564163"/>
                  </a:cubicBezTo>
                  <a:cubicBezTo>
                    <a:pt x="3021045" y="562353"/>
                    <a:pt x="3084766" y="561972"/>
                    <a:pt x="3148298" y="562639"/>
                  </a:cubicBezTo>
                  <a:cubicBezTo>
                    <a:pt x="3211735" y="563305"/>
                    <a:pt x="3274695" y="565591"/>
                    <a:pt x="3337274" y="568544"/>
                  </a:cubicBezTo>
                  <a:cubicBezTo>
                    <a:pt x="3399568" y="572259"/>
                    <a:pt x="3461671" y="576259"/>
                    <a:pt x="3522345" y="583308"/>
                  </a:cubicBezTo>
                  <a:cubicBezTo>
                    <a:pt x="3537680" y="584737"/>
                    <a:pt x="3552730" y="586737"/>
                    <a:pt x="3567779" y="588642"/>
                  </a:cubicBezTo>
                  <a:lnTo>
                    <a:pt x="3613785" y="594357"/>
                  </a:lnTo>
                  <a:lnTo>
                    <a:pt x="3713798" y="607882"/>
                  </a:lnTo>
                  <a:lnTo>
                    <a:pt x="3913823" y="634838"/>
                  </a:lnTo>
                  <a:cubicBezTo>
                    <a:pt x="4047268" y="652078"/>
                    <a:pt x="4180904" y="670366"/>
                    <a:pt x="4315873" y="686273"/>
                  </a:cubicBezTo>
                  <a:lnTo>
                    <a:pt x="4517422" y="710086"/>
                  </a:lnTo>
                  <a:cubicBezTo>
                    <a:pt x="4586573" y="717896"/>
                    <a:pt x="4657916" y="725992"/>
                    <a:pt x="4728972" y="731422"/>
                  </a:cubicBezTo>
                  <a:cubicBezTo>
                    <a:pt x="4871371" y="743042"/>
                    <a:pt x="5016627" y="748376"/>
                    <a:pt x="5162931" y="744185"/>
                  </a:cubicBezTo>
                  <a:cubicBezTo>
                    <a:pt x="5308949" y="740566"/>
                    <a:pt x="5456111" y="725611"/>
                    <a:pt x="5594033" y="706466"/>
                  </a:cubicBezTo>
                  <a:cubicBezTo>
                    <a:pt x="5732621" y="687511"/>
                    <a:pt x="5859876" y="667033"/>
                    <a:pt x="5982939" y="655793"/>
                  </a:cubicBezTo>
                  <a:cubicBezTo>
                    <a:pt x="6013799" y="652936"/>
                    <a:pt x="6044375" y="650364"/>
                    <a:pt x="6075045" y="648459"/>
                  </a:cubicBezTo>
                  <a:cubicBezTo>
                    <a:pt x="6105906" y="646363"/>
                    <a:pt x="6135529" y="645125"/>
                    <a:pt x="6167819" y="643887"/>
                  </a:cubicBezTo>
                  <a:cubicBezTo>
                    <a:pt x="6230779" y="641125"/>
                    <a:pt x="6295930" y="640077"/>
                    <a:pt x="6361081" y="639124"/>
                  </a:cubicBezTo>
                  <a:cubicBezTo>
                    <a:pt x="6491955" y="637981"/>
                    <a:pt x="6624638" y="638553"/>
                    <a:pt x="6757321" y="640458"/>
                  </a:cubicBezTo>
                  <a:cubicBezTo>
                    <a:pt x="6890195" y="642553"/>
                    <a:pt x="7023449" y="645030"/>
                    <a:pt x="7156704" y="649030"/>
                  </a:cubicBezTo>
                  <a:cubicBezTo>
                    <a:pt x="7289959" y="652650"/>
                    <a:pt x="7423404" y="656841"/>
                    <a:pt x="7556373" y="662365"/>
                  </a:cubicBezTo>
                  <a:cubicBezTo>
                    <a:pt x="7689152" y="667509"/>
                    <a:pt x="7822502" y="673986"/>
                    <a:pt x="7952328" y="682177"/>
                  </a:cubicBezTo>
                  <a:lnTo>
                    <a:pt x="8000714" y="685511"/>
                  </a:lnTo>
                  <a:cubicBezTo>
                    <a:pt x="8016811" y="686654"/>
                    <a:pt x="8031670" y="688178"/>
                    <a:pt x="8047196" y="689416"/>
                  </a:cubicBezTo>
                  <a:lnTo>
                    <a:pt x="8097965" y="693893"/>
                  </a:lnTo>
                  <a:cubicBezTo>
                    <a:pt x="8116539" y="695417"/>
                    <a:pt x="8134731" y="696846"/>
                    <a:pt x="8152733" y="697894"/>
                  </a:cubicBezTo>
                  <a:cubicBezTo>
                    <a:pt x="8224647" y="701989"/>
                    <a:pt x="8294465" y="704085"/>
                    <a:pt x="8363903" y="705133"/>
                  </a:cubicBezTo>
                  <a:cubicBezTo>
                    <a:pt x="8502777" y="706657"/>
                    <a:pt x="8640223" y="704180"/>
                    <a:pt x="8777764" y="698084"/>
                  </a:cubicBezTo>
                  <a:cubicBezTo>
                    <a:pt x="8912352" y="692083"/>
                    <a:pt x="9046845" y="682749"/>
                    <a:pt x="9182005" y="668366"/>
                  </a:cubicBezTo>
                  <a:lnTo>
                    <a:pt x="9182005" y="351088"/>
                  </a:lnTo>
                  <a:close/>
                </a:path>
              </a:pathLst>
            </a:custGeom>
            <a:solidFill>
              <a:schemeClr val="bg1">
                <a:alpha val="30000"/>
              </a:schemeClr>
            </a:solidFill>
            <a:ln w="9525" cap="flat">
              <a:noFill/>
              <a:prstDash val="solid"/>
              <a:miter/>
            </a:ln>
          </p:spPr>
          <p:txBody>
            <a:bodyPr rtlCol="0" anchor="ctr"/>
            <a:lstStyle/>
            <a:p>
              <a:endParaRPr lang="en-US"/>
            </a:p>
          </p:txBody>
        </p:sp>
      </p:grpSp>
      <p:sp>
        <p:nvSpPr>
          <p:cNvPr id="2" name="Subtitle 1">
            <a:extLst>
              <a:ext uri="{FF2B5EF4-FFF2-40B4-BE49-F238E27FC236}">
                <a16:creationId xmlns:a16="http://schemas.microsoft.com/office/drawing/2014/main" id="{E9600F9D-551E-2956-4945-4145D0F8F6FD}"/>
              </a:ext>
            </a:extLst>
          </p:cNvPr>
          <p:cNvSpPr>
            <a:spLocks noGrp="1"/>
          </p:cNvSpPr>
          <p:nvPr>
            <p:ph type="subTitle" idx="1"/>
          </p:nvPr>
        </p:nvSpPr>
        <p:spPr>
          <a:xfrm>
            <a:off x="2127505" y="4580785"/>
            <a:ext cx="7062673" cy="484374"/>
          </a:xfrm>
        </p:spPr>
        <p:txBody>
          <a:bodyPr anchor="b">
            <a:normAutofit/>
          </a:bodyPr>
          <a:lstStyle/>
          <a:p>
            <a:pPr algn="l"/>
            <a:r>
              <a:rPr lang="en-IE" sz="1700" dirty="0">
                <a:solidFill>
                  <a:schemeClr val="tx2"/>
                </a:solidFill>
              </a:rPr>
              <a:t>Introduction</a:t>
            </a:r>
          </a:p>
        </p:txBody>
      </p:sp>
      <p:sp>
        <p:nvSpPr>
          <p:cNvPr id="14337" name="Slide Number Placeholder 5">
            <a:extLst>
              <a:ext uri="{FF2B5EF4-FFF2-40B4-BE49-F238E27FC236}">
                <a16:creationId xmlns:a16="http://schemas.microsoft.com/office/drawing/2014/main" id="{A1FD5BD3-F9F0-5445-A350-949B2A5A4DA3}"/>
              </a:ext>
            </a:extLst>
          </p:cNvPr>
          <p:cNvSpPr>
            <a:spLocks noGrp="1"/>
          </p:cNvSpPr>
          <p:nvPr>
            <p:ph type="sldNum" sz="quarter" idx="12"/>
          </p:nvPr>
        </p:nvSpPr>
        <p:spPr>
          <a:xfrm>
            <a:off x="7981950" y="6356351"/>
            <a:ext cx="2057400" cy="365125"/>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lvl1pPr>
              <a:spcBef>
                <a:spcPct val="20000"/>
              </a:spcBef>
              <a:buChar char="•"/>
              <a:defRPr b="1">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b="1">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b="1">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b="1">
                <a:solidFill>
                  <a:schemeClr val="tx1"/>
                </a:solidFill>
                <a:latin typeface="Arial" panose="020B0604020202020204" pitchFamily="34" charset="0"/>
                <a:ea typeface="ＭＳ Ｐゴシック" panose="020B0600070205080204" pitchFamily="34" charset="-128"/>
              </a:defRPr>
            </a:lvl9pPr>
          </a:lstStyle>
          <a:p>
            <a:pPr>
              <a:spcBef>
                <a:spcPct val="0"/>
              </a:spcBef>
              <a:spcAft>
                <a:spcPts val="600"/>
              </a:spcAft>
              <a:buNone/>
            </a:pPr>
            <a:fld id="{70F9CE2F-452B-4868-A26A-442188FCB8B9}" type="slidenum">
              <a:rPr lang="en-US" altLang="en-US" sz="1000" b="0">
                <a:solidFill>
                  <a:prstClr val="black">
                    <a:tint val="75000"/>
                  </a:prstClr>
                </a:solidFill>
              </a:rPr>
              <a:pPr>
                <a:spcBef>
                  <a:spcPct val="0"/>
                </a:spcBef>
                <a:spcAft>
                  <a:spcPts val="600"/>
                </a:spcAft>
                <a:buNone/>
              </a:pPr>
              <a:t>1</a:t>
            </a:fld>
            <a:endParaRPr lang="en-US" altLang="en-US" sz="1000" b="0">
              <a:solidFill>
                <a:prstClr val="black">
                  <a:tint val="75000"/>
                </a:prstClr>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437" name="Rectangle 17436">
            <a:extLst>
              <a:ext uri="{FF2B5EF4-FFF2-40B4-BE49-F238E27FC236}">
                <a16:creationId xmlns:a16="http://schemas.microsoft.com/office/drawing/2014/main" id="{955A2079-FA98-4876-80F0-72364A7D2E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385" name="Title 1">
            <a:extLst>
              <a:ext uri="{FF2B5EF4-FFF2-40B4-BE49-F238E27FC236}">
                <a16:creationId xmlns:a16="http://schemas.microsoft.com/office/drawing/2014/main" id="{2A4F1CC7-6DE0-07A6-BEA3-1188BCBE457F}"/>
              </a:ext>
            </a:extLst>
          </p:cNvPr>
          <p:cNvSpPr>
            <a:spLocks noGrp="1" noChangeArrowheads="1"/>
          </p:cNvSpPr>
          <p:nvPr>
            <p:ph type="title"/>
          </p:nvPr>
        </p:nvSpPr>
        <p:spPr>
          <a:xfrm>
            <a:off x="838200" y="557188"/>
            <a:ext cx="10515600" cy="1133499"/>
          </a:xfrm>
        </p:spPr>
        <p:txBody>
          <a:bodyPr>
            <a:normAutofit/>
          </a:bodyPr>
          <a:lstStyle/>
          <a:p>
            <a:r>
              <a:rPr lang="en-US" altLang="en-US" sz="5200">
                <a:ea typeface="ＭＳ Ｐゴシック" panose="020B0600070205080204" pitchFamily="34" charset="-128"/>
              </a:rPr>
              <a:t>Agenda</a:t>
            </a:r>
          </a:p>
        </p:txBody>
      </p:sp>
      <p:sp>
        <p:nvSpPr>
          <p:cNvPr id="16387" name="Slide Number Placeholder 3">
            <a:extLst>
              <a:ext uri="{FF2B5EF4-FFF2-40B4-BE49-F238E27FC236}">
                <a16:creationId xmlns:a16="http://schemas.microsoft.com/office/drawing/2014/main" id="{BB106262-7E11-3209-3C0A-CDE1E572673C}"/>
              </a:ext>
            </a:extLst>
          </p:cNvPr>
          <p:cNvSpPr>
            <a:spLocks noGrp="1"/>
          </p:cNvSpPr>
          <p:nvPr>
            <p:ph type="sldNum" sz="quarter" idx="12"/>
          </p:nvPr>
        </p:nvSpPr>
        <p:spPr>
          <a:xfrm>
            <a:off x="8610600" y="6356350"/>
            <a:ext cx="2743200" cy="365125"/>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lvl1pPr>
              <a:spcBef>
                <a:spcPct val="20000"/>
              </a:spcBef>
              <a:buChar char="•"/>
              <a:defRPr b="1">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b="1">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b="1">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b="1">
                <a:solidFill>
                  <a:schemeClr val="tx1"/>
                </a:solidFill>
                <a:latin typeface="Arial" panose="020B0604020202020204" pitchFamily="34" charset="0"/>
                <a:ea typeface="ＭＳ Ｐゴシック" panose="020B0600070205080204" pitchFamily="34" charset="-128"/>
              </a:defRPr>
            </a:lvl9pPr>
          </a:lstStyle>
          <a:p>
            <a:pPr>
              <a:spcBef>
                <a:spcPct val="0"/>
              </a:spcBef>
              <a:spcAft>
                <a:spcPts val="600"/>
              </a:spcAft>
              <a:buFontTx/>
              <a:buNone/>
            </a:pPr>
            <a:fld id="{FBBC4905-533D-426E-8630-066A8E6C74E2}" type="slidenum">
              <a:rPr lang="en-US" altLang="en-US" b="0" smtClean="0"/>
              <a:pPr>
                <a:spcBef>
                  <a:spcPct val="0"/>
                </a:spcBef>
                <a:spcAft>
                  <a:spcPts val="600"/>
                </a:spcAft>
                <a:buFontTx/>
                <a:buNone/>
              </a:pPr>
              <a:t>2</a:t>
            </a:fld>
            <a:endParaRPr lang="en-US" altLang="en-US" b="0"/>
          </a:p>
        </p:txBody>
      </p:sp>
      <p:graphicFrame>
        <p:nvGraphicFramePr>
          <p:cNvPr id="17415" name="Content Placeholder 2">
            <a:extLst>
              <a:ext uri="{FF2B5EF4-FFF2-40B4-BE49-F238E27FC236}">
                <a16:creationId xmlns:a16="http://schemas.microsoft.com/office/drawing/2014/main" id="{0C5E272E-023C-1DC0-0EA4-2E4C059B2D3D}"/>
              </a:ext>
            </a:extLst>
          </p:cNvPr>
          <p:cNvGraphicFramePr>
            <a:graphicFrameLocks noGrp="1"/>
          </p:cNvGraphicFramePr>
          <p:nvPr>
            <p:ph idx="1"/>
            <p:extLst>
              <p:ext uri="{D42A27DB-BD31-4B8C-83A1-F6EECF244321}">
                <p14:modId xmlns:p14="http://schemas.microsoft.com/office/powerpoint/2010/main" val="1140924042"/>
              </p:ext>
            </p:extLst>
          </p:nvPr>
        </p:nvGraphicFramePr>
        <p:xfrm>
          <a:off x="838200" y="1828800"/>
          <a:ext cx="10515600" cy="435254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443" name="Rectangle 17442">
            <a:extLst>
              <a:ext uri="{FF2B5EF4-FFF2-40B4-BE49-F238E27FC236}">
                <a16:creationId xmlns:a16="http://schemas.microsoft.com/office/drawing/2014/main" id="{6B92FAF7-0AD3-4B47-9111-D0E9CD79E2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7445" name="Group 17444">
            <a:extLst>
              <a:ext uri="{FF2B5EF4-FFF2-40B4-BE49-F238E27FC236}">
                <a16:creationId xmlns:a16="http://schemas.microsoft.com/office/drawing/2014/main" id="{D6A77139-BADB-4B2C-BD41-B67A4D37D75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855526" y="2227167"/>
            <a:ext cx="4336168" cy="4630834"/>
            <a:chOff x="7855526" y="2145638"/>
            <a:chExt cx="4336168" cy="4630834"/>
          </a:xfr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p:grpSpPr>
        <p:sp useBgFill="1">
          <p:nvSpPr>
            <p:cNvPr id="17446" name="Freeform: Shape 17445">
              <a:extLst>
                <a:ext uri="{FF2B5EF4-FFF2-40B4-BE49-F238E27FC236}">
                  <a16:creationId xmlns:a16="http://schemas.microsoft.com/office/drawing/2014/main" id="{DAC7B25D-E1A6-459A-B45A-1912B0CD95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875903" y="2463723"/>
              <a:ext cx="4315791" cy="4312749"/>
            </a:xfrm>
            <a:custGeom>
              <a:avLst/>
              <a:gdLst>
                <a:gd name="connsiteX0" fmla="*/ 2987009 w 4315791"/>
                <a:gd name="connsiteY0" fmla="*/ 0 h 4312749"/>
                <a:gd name="connsiteX1" fmla="*/ 4136908 w 4315791"/>
                <a:gd name="connsiteY1" fmla="*/ 333995 h 4312749"/>
                <a:gd name="connsiteX2" fmla="*/ 4315791 w 4315791"/>
                <a:gd name="connsiteY2" fmla="*/ 445229 h 4312749"/>
                <a:gd name="connsiteX3" fmla="*/ 4315791 w 4315791"/>
                <a:gd name="connsiteY3" fmla="*/ 1208150 h 4312749"/>
                <a:gd name="connsiteX4" fmla="*/ 4145996 w 4315791"/>
                <a:gd name="connsiteY4" fmla="*/ 1085198 h 4312749"/>
                <a:gd name="connsiteX5" fmla="*/ 3631470 w 4315791"/>
                <a:gd name="connsiteY5" fmla="*/ 767158 h 4312749"/>
                <a:gd name="connsiteX6" fmla="*/ 2987009 w 4315791"/>
                <a:gd name="connsiteY6" fmla="*/ 611504 h 4312749"/>
                <a:gd name="connsiteX7" fmla="*/ 1985110 w 4315791"/>
                <a:gd name="connsiteY7" fmla="*/ 855943 h 4312749"/>
                <a:gd name="connsiteX8" fmla="*/ 1223061 w 4315791"/>
                <a:gd name="connsiteY8" fmla="*/ 1585590 h 4312749"/>
                <a:gd name="connsiteX9" fmla="*/ 1023311 w 4315791"/>
                <a:gd name="connsiteY9" fmla="*/ 1849089 h 4312749"/>
                <a:gd name="connsiteX10" fmla="*/ 652067 w 4315791"/>
                <a:gd name="connsiteY10" fmla="*/ 2610233 h 4312749"/>
                <a:gd name="connsiteX11" fmla="*/ 876921 w 4315791"/>
                <a:gd name="connsiteY11" fmla="*/ 3447930 h 4312749"/>
                <a:gd name="connsiteX12" fmla="*/ 1504428 w 4315791"/>
                <a:gd name="connsiteY12" fmla="*/ 4177169 h 4312749"/>
                <a:gd name="connsiteX13" fmla="*/ 1689053 w 4315791"/>
                <a:gd name="connsiteY13" fmla="*/ 4312749 h 4312749"/>
                <a:gd name="connsiteX14" fmla="*/ 729636 w 4315791"/>
                <a:gd name="connsiteY14" fmla="*/ 4312749 h 4312749"/>
                <a:gd name="connsiteX15" fmla="*/ 638463 w 4315791"/>
                <a:gd name="connsiteY15" fmla="*/ 4216521 h 4312749"/>
                <a:gd name="connsiteX16" fmla="*/ 0 w 4315791"/>
                <a:gd name="connsiteY16" fmla="*/ 2610335 h 4312749"/>
                <a:gd name="connsiteX17" fmla="*/ 683474 w 4315791"/>
                <a:gd name="connsiteY17" fmla="*/ 1242376 h 4312749"/>
                <a:gd name="connsiteX18" fmla="*/ 2987009 w 4315791"/>
                <a:gd name="connsiteY18" fmla="*/ 0 h 43127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315791" h="4312749">
                  <a:moveTo>
                    <a:pt x="2987009" y="0"/>
                  </a:moveTo>
                  <a:cubicBezTo>
                    <a:pt x="3434423" y="0"/>
                    <a:pt x="3798884" y="137413"/>
                    <a:pt x="4136908" y="333995"/>
                  </a:cubicBezTo>
                  <a:lnTo>
                    <a:pt x="4315791" y="445229"/>
                  </a:lnTo>
                  <a:lnTo>
                    <a:pt x="4315791" y="1208150"/>
                  </a:lnTo>
                  <a:lnTo>
                    <a:pt x="4145996" y="1085198"/>
                  </a:lnTo>
                  <a:cubicBezTo>
                    <a:pt x="3968282" y="958859"/>
                    <a:pt x="3800518" y="848961"/>
                    <a:pt x="3631470" y="767158"/>
                  </a:cubicBezTo>
                  <a:cubicBezTo>
                    <a:pt x="3411941" y="660943"/>
                    <a:pt x="3207191" y="611504"/>
                    <a:pt x="2987009" y="611504"/>
                  </a:cubicBezTo>
                  <a:cubicBezTo>
                    <a:pt x="2599030" y="611504"/>
                    <a:pt x="2271258" y="691421"/>
                    <a:pt x="1985110" y="855943"/>
                  </a:cubicBezTo>
                  <a:cubicBezTo>
                    <a:pt x="1715153" y="1011087"/>
                    <a:pt x="1465955" y="1249819"/>
                    <a:pt x="1223061" y="1585590"/>
                  </a:cubicBezTo>
                  <a:cubicBezTo>
                    <a:pt x="1154375" y="1680490"/>
                    <a:pt x="1087756" y="1766217"/>
                    <a:pt x="1023311" y="1849089"/>
                  </a:cubicBezTo>
                  <a:cubicBezTo>
                    <a:pt x="765853" y="2180172"/>
                    <a:pt x="652067" y="2338069"/>
                    <a:pt x="652067" y="2610233"/>
                  </a:cubicBezTo>
                  <a:cubicBezTo>
                    <a:pt x="652067" y="2895038"/>
                    <a:pt x="727707" y="3176887"/>
                    <a:pt x="876921" y="3447930"/>
                  </a:cubicBezTo>
                  <a:cubicBezTo>
                    <a:pt x="1022224" y="3711838"/>
                    <a:pt x="1239145" y="3964023"/>
                    <a:pt x="1504428" y="4177169"/>
                  </a:cubicBezTo>
                  <a:lnTo>
                    <a:pt x="1689053" y="4312749"/>
                  </a:lnTo>
                  <a:lnTo>
                    <a:pt x="729636" y="4312749"/>
                  </a:lnTo>
                  <a:lnTo>
                    <a:pt x="638463" y="4216521"/>
                  </a:lnTo>
                  <a:cubicBezTo>
                    <a:pt x="243716" y="3758034"/>
                    <a:pt x="0" y="3205314"/>
                    <a:pt x="0" y="2610335"/>
                  </a:cubicBezTo>
                  <a:cubicBezTo>
                    <a:pt x="0" y="2015344"/>
                    <a:pt x="351790" y="1700877"/>
                    <a:pt x="683474" y="1242376"/>
                  </a:cubicBezTo>
                  <a:cubicBezTo>
                    <a:pt x="1236211" y="478174"/>
                    <a:pt x="1925445" y="0"/>
                    <a:pt x="2987009"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17447" name="Freeform: Shape 17446">
              <a:extLst>
                <a:ext uri="{FF2B5EF4-FFF2-40B4-BE49-F238E27FC236}">
                  <a16:creationId xmlns:a16="http://schemas.microsoft.com/office/drawing/2014/main" id="{920A7C7E-00F6-490C-A8E7-5167EA6A4B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875903" y="2463723"/>
              <a:ext cx="4315791" cy="4312749"/>
            </a:xfrm>
            <a:custGeom>
              <a:avLst/>
              <a:gdLst>
                <a:gd name="connsiteX0" fmla="*/ 2987009 w 4315791"/>
                <a:gd name="connsiteY0" fmla="*/ 0 h 4312749"/>
                <a:gd name="connsiteX1" fmla="*/ 4136908 w 4315791"/>
                <a:gd name="connsiteY1" fmla="*/ 333995 h 4312749"/>
                <a:gd name="connsiteX2" fmla="*/ 4315791 w 4315791"/>
                <a:gd name="connsiteY2" fmla="*/ 445229 h 4312749"/>
                <a:gd name="connsiteX3" fmla="*/ 4315791 w 4315791"/>
                <a:gd name="connsiteY3" fmla="*/ 1079495 h 4312749"/>
                <a:gd name="connsiteX4" fmla="*/ 4206793 w 4315791"/>
                <a:gd name="connsiteY4" fmla="*/ 1000737 h 4312749"/>
                <a:gd name="connsiteX5" fmla="*/ 2987119 w 4315791"/>
                <a:gd name="connsiteY5" fmla="*/ 509571 h 4312749"/>
                <a:gd name="connsiteX6" fmla="*/ 1133184 w 4315791"/>
                <a:gd name="connsiteY6" fmla="*/ 1528405 h 4312749"/>
                <a:gd name="connsiteX7" fmla="*/ 935607 w 4315791"/>
                <a:gd name="connsiteY7" fmla="*/ 1789050 h 4312749"/>
                <a:gd name="connsiteX8" fmla="*/ 543498 w 4315791"/>
                <a:gd name="connsiteY8" fmla="*/ 2610233 h 4312749"/>
                <a:gd name="connsiteX9" fmla="*/ 780416 w 4315791"/>
                <a:gd name="connsiteY9" fmla="*/ 3494616 h 4312749"/>
                <a:gd name="connsiteX10" fmla="*/ 1433786 w 4315791"/>
                <a:gd name="connsiteY10" fmla="*/ 4254537 h 4312749"/>
                <a:gd name="connsiteX11" fmla="*/ 1513041 w 4315791"/>
                <a:gd name="connsiteY11" fmla="*/ 4312749 h 4312749"/>
                <a:gd name="connsiteX12" fmla="*/ 729636 w 4315791"/>
                <a:gd name="connsiteY12" fmla="*/ 4312749 h 4312749"/>
                <a:gd name="connsiteX13" fmla="*/ 638463 w 4315791"/>
                <a:gd name="connsiteY13" fmla="*/ 4216521 h 4312749"/>
                <a:gd name="connsiteX14" fmla="*/ 0 w 4315791"/>
                <a:gd name="connsiteY14" fmla="*/ 2610335 h 4312749"/>
                <a:gd name="connsiteX15" fmla="*/ 683474 w 4315791"/>
                <a:gd name="connsiteY15" fmla="*/ 1242376 h 4312749"/>
                <a:gd name="connsiteX16" fmla="*/ 2987009 w 4315791"/>
                <a:gd name="connsiteY16" fmla="*/ 0 h 43127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315791" h="4312749">
                  <a:moveTo>
                    <a:pt x="2987009" y="0"/>
                  </a:moveTo>
                  <a:cubicBezTo>
                    <a:pt x="3434423" y="0"/>
                    <a:pt x="3798884" y="137413"/>
                    <a:pt x="4136908" y="333995"/>
                  </a:cubicBezTo>
                  <a:lnTo>
                    <a:pt x="4315791" y="445229"/>
                  </a:lnTo>
                  <a:lnTo>
                    <a:pt x="4315791" y="1079495"/>
                  </a:lnTo>
                  <a:lnTo>
                    <a:pt x="4206793" y="1000737"/>
                  </a:lnTo>
                  <a:cubicBezTo>
                    <a:pt x="3781561" y="699607"/>
                    <a:pt x="3436718" y="509571"/>
                    <a:pt x="2987119" y="509571"/>
                  </a:cubicBezTo>
                  <a:cubicBezTo>
                    <a:pt x="2204204" y="509571"/>
                    <a:pt x="1649730" y="814251"/>
                    <a:pt x="1133184" y="1528405"/>
                  </a:cubicBezTo>
                  <a:cubicBezTo>
                    <a:pt x="1065585" y="1621878"/>
                    <a:pt x="999510" y="1706892"/>
                    <a:pt x="935607" y="1789050"/>
                  </a:cubicBezTo>
                  <a:cubicBezTo>
                    <a:pt x="670760" y="2129716"/>
                    <a:pt x="543498" y="2306877"/>
                    <a:pt x="543498" y="2610233"/>
                  </a:cubicBezTo>
                  <a:cubicBezTo>
                    <a:pt x="543498" y="2911449"/>
                    <a:pt x="623267" y="3208997"/>
                    <a:pt x="780416" y="3494616"/>
                  </a:cubicBezTo>
                  <a:cubicBezTo>
                    <a:pt x="934194" y="3774018"/>
                    <a:pt x="1154050" y="4029772"/>
                    <a:pt x="1433786" y="4254537"/>
                  </a:cubicBezTo>
                  <a:lnTo>
                    <a:pt x="1513041" y="4312749"/>
                  </a:lnTo>
                  <a:lnTo>
                    <a:pt x="729636" y="4312749"/>
                  </a:lnTo>
                  <a:lnTo>
                    <a:pt x="638463" y="4216521"/>
                  </a:lnTo>
                  <a:cubicBezTo>
                    <a:pt x="243716" y="3758034"/>
                    <a:pt x="0" y="3205314"/>
                    <a:pt x="0" y="2610335"/>
                  </a:cubicBezTo>
                  <a:cubicBezTo>
                    <a:pt x="0" y="2015344"/>
                    <a:pt x="351790" y="1700877"/>
                    <a:pt x="683474" y="1242376"/>
                  </a:cubicBezTo>
                  <a:cubicBezTo>
                    <a:pt x="1236211" y="478174"/>
                    <a:pt x="1925445" y="0"/>
                    <a:pt x="2987009"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17448" name="Freeform: Shape 17447">
              <a:extLst>
                <a:ext uri="{FF2B5EF4-FFF2-40B4-BE49-F238E27FC236}">
                  <a16:creationId xmlns:a16="http://schemas.microsoft.com/office/drawing/2014/main" id="{2E166FC5-8F23-41C3-879A-BFF8D5B705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877037" y="2411531"/>
              <a:ext cx="4314657" cy="4364939"/>
            </a:xfrm>
            <a:custGeom>
              <a:avLst/>
              <a:gdLst>
                <a:gd name="connsiteX0" fmla="*/ 3028307 w 4314657"/>
                <a:gd name="connsiteY0" fmla="*/ 21 h 4364939"/>
                <a:gd name="connsiteX1" fmla="*/ 3066670 w 4314657"/>
                <a:gd name="connsiteY1" fmla="*/ 836 h 4364939"/>
                <a:gd name="connsiteX2" fmla="*/ 3220125 w 4314657"/>
                <a:gd name="connsiteY2" fmla="*/ 9909 h 4364939"/>
                <a:gd name="connsiteX3" fmla="*/ 3816113 w 4314657"/>
                <a:gd name="connsiteY3" fmla="*/ 150272 h 4364939"/>
                <a:gd name="connsiteX4" fmla="*/ 4089981 w 4314657"/>
                <a:gd name="connsiteY4" fmla="*/ 272287 h 4364939"/>
                <a:gd name="connsiteX5" fmla="*/ 4314657 w 4314657"/>
                <a:gd name="connsiteY5" fmla="*/ 398926 h 4364939"/>
                <a:gd name="connsiteX6" fmla="*/ 4314657 w 4314657"/>
                <a:gd name="connsiteY6" fmla="*/ 911199 h 4364939"/>
                <a:gd name="connsiteX7" fmla="*/ 4310597 w 4314657"/>
                <a:gd name="connsiteY7" fmla="*/ 908154 h 4364939"/>
                <a:gd name="connsiteX8" fmla="*/ 4203223 w 4314657"/>
                <a:gd name="connsiteY8" fmla="*/ 829562 h 4364939"/>
                <a:gd name="connsiteX9" fmla="*/ 4095850 w 4314657"/>
                <a:gd name="connsiteY9" fmla="*/ 753520 h 4364939"/>
                <a:gd name="connsiteX10" fmla="*/ 3652987 w 4314657"/>
                <a:gd name="connsiteY10" fmla="*/ 494811 h 4364939"/>
                <a:gd name="connsiteX11" fmla="*/ 3173610 w 4314657"/>
                <a:gd name="connsiteY11" fmla="*/ 347209 h 4364939"/>
                <a:gd name="connsiteX12" fmla="*/ 3047760 w 4314657"/>
                <a:gd name="connsiteY12" fmla="*/ 332632 h 4364939"/>
                <a:gd name="connsiteX13" fmla="*/ 3016027 w 4314657"/>
                <a:gd name="connsiteY13" fmla="*/ 330186 h 4364939"/>
                <a:gd name="connsiteX14" fmla="*/ 2984184 w 4314657"/>
                <a:gd name="connsiteY14" fmla="*/ 328658 h 4364939"/>
                <a:gd name="connsiteX15" fmla="*/ 2952233 w 4314657"/>
                <a:gd name="connsiteY15" fmla="*/ 327332 h 4364939"/>
                <a:gd name="connsiteX16" fmla="*/ 2919085 w 4314657"/>
                <a:gd name="connsiteY16" fmla="*/ 327026 h 4364939"/>
                <a:gd name="connsiteX17" fmla="*/ 2852901 w 4314657"/>
                <a:gd name="connsiteY17" fmla="*/ 326720 h 4364939"/>
                <a:gd name="connsiteX18" fmla="*/ 2786826 w 4314657"/>
                <a:gd name="connsiteY18" fmla="*/ 328148 h 4364939"/>
                <a:gd name="connsiteX19" fmla="*/ 2720965 w 4314657"/>
                <a:gd name="connsiteY19" fmla="*/ 331409 h 4364939"/>
                <a:gd name="connsiteX20" fmla="*/ 2655325 w 4314657"/>
                <a:gd name="connsiteY20" fmla="*/ 336098 h 4364939"/>
                <a:gd name="connsiteX21" fmla="*/ 2524803 w 4314657"/>
                <a:gd name="connsiteY21" fmla="*/ 350573 h 4364939"/>
                <a:gd name="connsiteX22" fmla="*/ 2460139 w 4314657"/>
                <a:gd name="connsiteY22" fmla="*/ 360664 h 4364939"/>
                <a:gd name="connsiteX23" fmla="*/ 2396019 w 4314657"/>
                <a:gd name="connsiteY23" fmla="*/ 372693 h 4364939"/>
                <a:gd name="connsiteX24" fmla="*/ 2145843 w 4314657"/>
                <a:gd name="connsiteY24" fmla="*/ 440989 h 4364939"/>
                <a:gd name="connsiteX25" fmla="*/ 1698635 w 4314657"/>
                <a:gd name="connsiteY25" fmla="*/ 682676 h 4364939"/>
                <a:gd name="connsiteX26" fmla="*/ 1498450 w 4314657"/>
                <a:gd name="connsiteY26" fmla="*/ 835474 h 4364939"/>
                <a:gd name="connsiteX27" fmla="*/ 1307285 w 4314657"/>
                <a:gd name="connsiteY27" fmla="*/ 1001220 h 4364939"/>
                <a:gd name="connsiteX28" fmla="*/ 947780 w 4314657"/>
                <a:gd name="connsiteY28" fmla="*/ 1369612 h 4364939"/>
                <a:gd name="connsiteX29" fmla="*/ 905939 w 4314657"/>
                <a:gd name="connsiteY29" fmla="*/ 1419458 h 4364939"/>
                <a:gd name="connsiteX30" fmla="*/ 863228 w 4314657"/>
                <a:gd name="connsiteY30" fmla="*/ 1471545 h 4364939"/>
                <a:gd name="connsiteX31" fmla="*/ 774330 w 4314657"/>
                <a:gd name="connsiteY31" fmla="*/ 1577659 h 4364939"/>
                <a:gd name="connsiteX32" fmla="*/ 595554 w 4314657"/>
                <a:gd name="connsiteY32" fmla="*/ 1780916 h 4364939"/>
                <a:gd name="connsiteX33" fmla="*/ 430365 w 4314657"/>
                <a:gd name="connsiteY33" fmla="*/ 1982644 h 4364939"/>
                <a:gd name="connsiteX34" fmla="*/ 358855 w 4314657"/>
                <a:gd name="connsiteY34" fmla="*/ 2087025 h 4364939"/>
                <a:gd name="connsiteX35" fmla="*/ 296583 w 4314657"/>
                <a:gd name="connsiteY35" fmla="*/ 2194872 h 4364939"/>
                <a:gd name="connsiteX36" fmla="*/ 207358 w 4314657"/>
                <a:gd name="connsiteY36" fmla="*/ 2423918 h 4364939"/>
                <a:gd name="connsiteX37" fmla="*/ 177146 w 4314657"/>
                <a:gd name="connsiteY37" fmla="*/ 2668765 h 4364939"/>
                <a:gd name="connsiteX38" fmla="*/ 248763 w 4314657"/>
                <a:gd name="connsiteY38" fmla="*/ 3168854 h 4364939"/>
                <a:gd name="connsiteX39" fmla="*/ 445688 w 4314657"/>
                <a:gd name="connsiteY39" fmla="*/ 3637956 h 4364939"/>
                <a:gd name="connsiteX40" fmla="*/ 735859 w 4314657"/>
                <a:gd name="connsiteY40" fmla="*/ 4062310 h 4364939"/>
                <a:gd name="connsiteX41" fmla="*/ 910884 w 4314657"/>
                <a:gd name="connsiteY41" fmla="*/ 4254366 h 4364939"/>
                <a:gd name="connsiteX42" fmla="*/ 1030507 w 4314657"/>
                <a:gd name="connsiteY42" fmla="*/ 4364939 h 4364939"/>
                <a:gd name="connsiteX43" fmla="*/ 676755 w 4314657"/>
                <a:gd name="connsiteY43" fmla="*/ 4364939 h 4364939"/>
                <a:gd name="connsiteX44" fmla="*/ 538105 w 4314657"/>
                <a:gd name="connsiteY44" fmla="*/ 4202315 h 4364939"/>
                <a:gd name="connsiteX45" fmla="*/ 241592 w 4314657"/>
                <a:gd name="connsiteY45" fmla="*/ 3731226 h 4364939"/>
                <a:gd name="connsiteX46" fmla="*/ 60317 w 4314657"/>
                <a:gd name="connsiteY46" fmla="*/ 3211362 h 4364939"/>
                <a:gd name="connsiteX47" fmla="*/ 0 w 4314657"/>
                <a:gd name="connsiteY47" fmla="*/ 2668765 h 4364939"/>
                <a:gd name="connsiteX48" fmla="*/ 21736 w 4314657"/>
                <a:gd name="connsiteY48" fmla="*/ 2390280 h 4364939"/>
                <a:gd name="connsiteX49" fmla="*/ 27605 w 4314657"/>
                <a:gd name="connsiteY49" fmla="*/ 2355521 h 4364939"/>
                <a:gd name="connsiteX50" fmla="*/ 34669 w 4314657"/>
                <a:gd name="connsiteY50" fmla="*/ 2320862 h 4364939"/>
                <a:gd name="connsiteX51" fmla="*/ 50753 w 4314657"/>
                <a:gd name="connsiteY51" fmla="*/ 2251750 h 4364939"/>
                <a:gd name="connsiteX52" fmla="*/ 93899 w 4314657"/>
                <a:gd name="connsiteY52" fmla="*/ 2116179 h 4364939"/>
                <a:gd name="connsiteX53" fmla="*/ 150194 w 4314657"/>
                <a:gd name="connsiteY53" fmla="*/ 1985498 h 4364939"/>
                <a:gd name="connsiteX54" fmla="*/ 216486 w 4314657"/>
                <a:gd name="connsiteY54" fmla="*/ 1860628 h 4364939"/>
                <a:gd name="connsiteX55" fmla="*/ 363527 w 4314657"/>
                <a:gd name="connsiteY55" fmla="*/ 1625058 h 4364939"/>
                <a:gd name="connsiteX56" fmla="*/ 514155 w 4314657"/>
                <a:gd name="connsiteY56" fmla="*/ 1402231 h 4364939"/>
                <a:gd name="connsiteX57" fmla="*/ 586861 w 4314657"/>
                <a:gd name="connsiteY57" fmla="*/ 1293160 h 4364939"/>
                <a:gd name="connsiteX58" fmla="*/ 623702 w 4314657"/>
                <a:gd name="connsiteY58" fmla="*/ 1236892 h 4364939"/>
                <a:gd name="connsiteX59" fmla="*/ 662283 w 4314657"/>
                <a:gd name="connsiteY59" fmla="*/ 1178892 h 4364939"/>
                <a:gd name="connsiteX60" fmla="*/ 827364 w 4314657"/>
                <a:gd name="connsiteY60" fmla="*/ 951170 h 4364939"/>
                <a:gd name="connsiteX61" fmla="*/ 1016355 w 4314657"/>
                <a:gd name="connsiteY61" fmla="*/ 736089 h 4364939"/>
                <a:gd name="connsiteX62" fmla="*/ 1482474 w 4314657"/>
                <a:gd name="connsiteY62" fmla="*/ 378707 h 4364939"/>
                <a:gd name="connsiteX63" fmla="*/ 2035644 w 4314657"/>
                <a:gd name="connsiteY63" fmla="*/ 149151 h 4364939"/>
                <a:gd name="connsiteX64" fmla="*/ 2324619 w 4314657"/>
                <a:gd name="connsiteY64" fmla="*/ 72802 h 4364939"/>
                <a:gd name="connsiteX65" fmla="*/ 2618809 w 4314657"/>
                <a:gd name="connsiteY65" fmla="*/ 24078 h 4364939"/>
                <a:gd name="connsiteX66" fmla="*/ 2914849 w 4314657"/>
                <a:gd name="connsiteY66" fmla="*/ 1957 h 4364939"/>
                <a:gd name="connsiteX67" fmla="*/ 2951907 w 4314657"/>
                <a:gd name="connsiteY67" fmla="*/ 633 h 4364939"/>
                <a:gd name="connsiteX68" fmla="*/ 2990052 w 4314657"/>
                <a:gd name="connsiteY68" fmla="*/ 224 h 4364939"/>
                <a:gd name="connsiteX69" fmla="*/ 3028307 w 4314657"/>
                <a:gd name="connsiteY69" fmla="*/ 21 h 4364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Lst>
              <a:rect l="l" t="t" r="r" b="b"/>
              <a:pathLst>
                <a:path w="4314657" h="4364939">
                  <a:moveTo>
                    <a:pt x="3028307" y="21"/>
                  </a:moveTo>
                  <a:lnTo>
                    <a:pt x="3066670" y="836"/>
                  </a:lnTo>
                  <a:cubicBezTo>
                    <a:pt x="3117749" y="1856"/>
                    <a:pt x="3168937" y="5320"/>
                    <a:pt x="3220125" y="9909"/>
                  </a:cubicBezTo>
                  <a:cubicBezTo>
                    <a:pt x="3424763" y="29073"/>
                    <a:pt x="3627448" y="77898"/>
                    <a:pt x="3816113" y="150272"/>
                  </a:cubicBezTo>
                  <a:cubicBezTo>
                    <a:pt x="3910880" y="185950"/>
                    <a:pt x="4001951" y="227538"/>
                    <a:pt x="4089981" y="272287"/>
                  </a:cubicBezTo>
                  <a:lnTo>
                    <a:pt x="4314657" y="398926"/>
                  </a:lnTo>
                  <a:lnTo>
                    <a:pt x="4314657" y="911199"/>
                  </a:lnTo>
                  <a:lnTo>
                    <a:pt x="4310597" y="908154"/>
                  </a:lnTo>
                  <a:cubicBezTo>
                    <a:pt x="4274842" y="881549"/>
                    <a:pt x="4239087" y="855352"/>
                    <a:pt x="4203223" y="829562"/>
                  </a:cubicBezTo>
                  <a:cubicBezTo>
                    <a:pt x="4167576" y="803773"/>
                    <a:pt x="4131821" y="778086"/>
                    <a:pt x="4095850" y="753520"/>
                  </a:cubicBezTo>
                  <a:cubicBezTo>
                    <a:pt x="3951852" y="654949"/>
                    <a:pt x="3806115" y="565043"/>
                    <a:pt x="3652987" y="494811"/>
                  </a:cubicBezTo>
                  <a:cubicBezTo>
                    <a:pt x="3500404" y="423761"/>
                    <a:pt x="3340213" y="373101"/>
                    <a:pt x="3173610" y="347209"/>
                  </a:cubicBezTo>
                  <a:cubicBezTo>
                    <a:pt x="3131987" y="341093"/>
                    <a:pt x="3090036" y="335792"/>
                    <a:pt x="3047760" y="332632"/>
                  </a:cubicBezTo>
                  <a:lnTo>
                    <a:pt x="3016027" y="330186"/>
                  </a:lnTo>
                  <a:cubicBezTo>
                    <a:pt x="3005485" y="329472"/>
                    <a:pt x="2994834" y="329168"/>
                    <a:pt x="2984184" y="328658"/>
                  </a:cubicBezTo>
                  <a:cubicBezTo>
                    <a:pt x="2973533" y="328249"/>
                    <a:pt x="2962992" y="327638"/>
                    <a:pt x="2952233" y="327332"/>
                  </a:cubicBezTo>
                  <a:lnTo>
                    <a:pt x="2919085" y="327026"/>
                  </a:lnTo>
                  <a:cubicBezTo>
                    <a:pt x="2897025" y="326925"/>
                    <a:pt x="2874854" y="326212"/>
                    <a:pt x="2852901" y="326720"/>
                  </a:cubicBezTo>
                  <a:lnTo>
                    <a:pt x="2786826" y="328148"/>
                  </a:lnTo>
                  <a:cubicBezTo>
                    <a:pt x="2764763" y="328759"/>
                    <a:pt x="2742919" y="330391"/>
                    <a:pt x="2720965" y="331409"/>
                  </a:cubicBezTo>
                  <a:cubicBezTo>
                    <a:pt x="2699013" y="332326"/>
                    <a:pt x="2677170" y="334162"/>
                    <a:pt x="2655325" y="336098"/>
                  </a:cubicBezTo>
                  <a:cubicBezTo>
                    <a:pt x="2611528" y="339463"/>
                    <a:pt x="2568165" y="345170"/>
                    <a:pt x="2524803" y="350573"/>
                  </a:cubicBezTo>
                  <a:lnTo>
                    <a:pt x="2460139" y="360664"/>
                  </a:lnTo>
                  <a:cubicBezTo>
                    <a:pt x="2438622" y="364130"/>
                    <a:pt x="2417430" y="368717"/>
                    <a:pt x="2396019" y="372693"/>
                  </a:cubicBezTo>
                  <a:cubicBezTo>
                    <a:pt x="2310709" y="389513"/>
                    <a:pt x="2226809" y="411836"/>
                    <a:pt x="2145843" y="440989"/>
                  </a:cubicBezTo>
                  <a:cubicBezTo>
                    <a:pt x="1983479" y="499295"/>
                    <a:pt x="1835678" y="585838"/>
                    <a:pt x="1698635" y="682676"/>
                  </a:cubicBezTo>
                  <a:cubicBezTo>
                    <a:pt x="1629841" y="730992"/>
                    <a:pt x="1563549" y="782367"/>
                    <a:pt x="1498450" y="835474"/>
                  </a:cubicBezTo>
                  <a:cubicBezTo>
                    <a:pt x="1433352" y="888583"/>
                    <a:pt x="1369775" y="943932"/>
                    <a:pt x="1307285" y="1001220"/>
                  </a:cubicBezTo>
                  <a:cubicBezTo>
                    <a:pt x="1182958" y="1116304"/>
                    <a:pt x="1060588" y="1237708"/>
                    <a:pt x="947780" y="1369612"/>
                  </a:cubicBezTo>
                  <a:cubicBezTo>
                    <a:pt x="933325" y="1385818"/>
                    <a:pt x="919958" y="1402841"/>
                    <a:pt x="905939" y="1419458"/>
                  </a:cubicBezTo>
                  <a:lnTo>
                    <a:pt x="863228" y="1471545"/>
                  </a:lnTo>
                  <a:cubicBezTo>
                    <a:pt x="833776" y="1507529"/>
                    <a:pt x="804215" y="1543001"/>
                    <a:pt x="774330" y="1577659"/>
                  </a:cubicBezTo>
                  <a:cubicBezTo>
                    <a:pt x="714665" y="1647178"/>
                    <a:pt x="653806" y="1714046"/>
                    <a:pt x="595554" y="1780916"/>
                  </a:cubicBezTo>
                  <a:cubicBezTo>
                    <a:pt x="537303" y="1847683"/>
                    <a:pt x="481009" y="1914144"/>
                    <a:pt x="430365" y="1982644"/>
                  </a:cubicBezTo>
                  <a:cubicBezTo>
                    <a:pt x="405369" y="2016995"/>
                    <a:pt x="381351" y="2051756"/>
                    <a:pt x="358855" y="2087025"/>
                  </a:cubicBezTo>
                  <a:cubicBezTo>
                    <a:pt x="336685" y="2122396"/>
                    <a:pt x="315601" y="2158277"/>
                    <a:pt x="296583" y="2194872"/>
                  </a:cubicBezTo>
                  <a:cubicBezTo>
                    <a:pt x="258980" y="2268161"/>
                    <a:pt x="227572" y="2344307"/>
                    <a:pt x="207358" y="2423918"/>
                  </a:cubicBezTo>
                  <a:cubicBezTo>
                    <a:pt x="186817" y="2503426"/>
                    <a:pt x="178124" y="2585790"/>
                    <a:pt x="177146" y="2668765"/>
                  </a:cubicBezTo>
                  <a:cubicBezTo>
                    <a:pt x="177037" y="2837670"/>
                    <a:pt x="201490" y="3006472"/>
                    <a:pt x="248763" y="3168854"/>
                  </a:cubicBezTo>
                  <a:cubicBezTo>
                    <a:pt x="295931" y="3331644"/>
                    <a:pt x="363962" y="3488316"/>
                    <a:pt x="445688" y="3637956"/>
                  </a:cubicBezTo>
                  <a:cubicBezTo>
                    <a:pt x="527413" y="3787697"/>
                    <a:pt x="625115" y="3929794"/>
                    <a:pt x="735859" y="4062310"/>
                  </a:cubicBezTo>
                  <a:cubicBezTo>
                    <a:pt x="791121" y="4128668"/>
                    <a:pt x="849589" y="4192733"/>
                    <a:pt x="910884" y="4254366"/>
                  </a:cubicBezTo>
                  <a:lnTo>
                    <a:pt x="1030507" y="4364939"/>
                  </a:lnTo>
                  <a:lnTo>
                    <a:pt x="676755" y="4364939"/>
                  </a:lnTo>
                  <a:lnTo>
                    <a:pt x="538105" y="4202315"/>
                  </a:lnTo>
                  <a:cubicBezTo>
                    <a:pt x="423518" y="4054791"/>
                    <a:pt x="323372" y="3897379"/>
                    <a:pt x="241592" y="3731226"/>
                  </a:cubicBezTo>
                  <a:cubicBezTo>
                    <a:pt x="160193" y="3565073"/>
                    <a:pt x="99768" y="3389950"/>
                    <a:pt x="60317" y="3211362"/>
                  </a:cubicBezTo>
                  <a:cubicBezTo>
                    <a:pt x="20759" y="3032669"/>
                    <a:pt x="435" y="2850716"/>
                    <a:pt x="0" y="2668765"/>
                  </a:cubicBezTo>
                  <a:cubicBezTo>
                    <a:pt x="0" y="2576309"/>
                    <a:pt x="6413" y="2483039"/>
                    <a:pt x="21736" y="2390280"/>
                  </a:cubicBezTo>
                  <a:lnTo>
                    <a:pt x="27605" y="2355521"/>
                  </a:lnTo>
                  <a:lnTo>
                    <a:pt x="34669" y="2320862"/>
                  </a:lnTo>
                  <a:cubicBezTo>
                    <a:pt x="39343" y="2297723"/>
                    <a:pt x="45102" y="2274686"/>
                    <a:pt x="50753" y="2251750"/>
                  </a:cubicBezTo>
                  <a:cubicBezTo>
                    <a:pt x="62708" y="2205881"/>
                    <a:pt x="77379" y="2160723"/>
                    <a:pt x="93899" y="2116179"/>
                  </a:cubicBezTo>
                  <a:cubicBezTo>
                    <a:pt x="110744" y="2071734"/>
                    <a:pt x="129762" y="2028209"/>
                    <a:pt x="150194" y="1985498"/>
                  </a:cubicBezTo>
                  <a:cubicBezTo>
                    <a:pt x="170734" y="1942890"/>
                    <a:pt x="193229" y="1901402"/>
                    <a:pt x="216486" y="1860628"/>
                  </a:cubicBezTo>
                  <a:cubicBezTo>
                    <a:pt x="263109" y="1779183"/>
                    <a:pt x="312993" y="1701000"/>
                    <a:pt x="363527" y="1625058"/>
                  </a:cubicBezTo>
                  <a:lnTo>
                    <a:pt x="514155" y="1402231"/>
                  </a:lnTo>
                  <a:cubicBezTo>
                    <a:pt x="538825" y="1365636"/>
                    <a:pt x="563277" y="1329551"/>
                    <a:pt x="586861" y="1293160"/>
                  </a:cubicBezTo>
                  <a:lnTo>
                    <a:pt x="623702" y="1236892"/>
                  </a:lnTo>
                  <a:cubicBezTo>
                    <a:pt x="636526" y="1217525"/>
                    <a:pt x="649025" y="1198055"/>
                    <a:pt x="662283" y="1178892"/>
                  </a:cubicBezTo>
                  <a:cubicBezTo>
                    <a:pt x="713905" y="1101523"/>
                    <a:pt x="769222" y="1025786"/>
                    <a:pt x="827364" y="951170"/>
                  </a:cubicBezTo>
                  <a:cubicBezTo>
                    <a:pt x="885834" y="876861"/>
                    <a:pt x="947997" y="804283"/>
                    <a:pt x="1016355" y="736089"/>
                  </a:cubicBezTo>
                  <a:cubicBezTo>
                    <a:pt x="1152311" y="599497"/>
                    <a:pt x="1308047" y="476054"/>
                    <a:pt x="1482474" y="378707"/>
                  </a:cubicBezTo>
                  <a:cubicBezTo>
                    <a:pt x="1656793" y="281156"/>
                    <a:pt x="1845132" y="207966"/>
                    <a:pt x="2035644" y="149151"/>
                  </a:cubicBezTo>
                  <a:cubicBezTo>
                    <a:pt x="2131063" y="119997"/>
                    <a:pt x="2227460" y="94412"/>
                    <a:pt x="2324619" y="72802"/>
                  </a:cubicBezTo>
                  <a:cubicBezTo>
                    <a:pt x="2421885" y="51396"/>
                    <a:pt x="2520239" y="35291"/>
                    <a:pt x="2618809" y="24078"/>
                  </a:cubicBezTo>
                  <a:cubicBezTo>
                    <a:pt x="2717272" y="12252"/>
                    <a:pt x="2816168" y="4914"/>
                    <a:pt x="2914849" y="1957"/>
                  </a:cubicBezTo>
                  <a:lnTo>
                    <a:pt x="2951907" y="633"/>
                  </a:lnTo>
                  <a:lnTo>
                    <a:pt x="2990052" y="224"/>
                  </a:lnTo>
                  <a:cubicBezTo>
                    <a:pt x="3002768" y="224"/>
                    <a:pt x="3015592" y="-81"/>
                    <a:pt x="3028307" y="2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17449" name="Freeform: Shape 17448">
              <a:extLst>
                <a:ext uri="{FF2B5EF4-FFF2-40B4-BE49-F238E27FC236}">
                  <a16:creationId xmlns:a16="http://schemas.microsoft.com/office/drawing/2014/main" id="{5C727C6A-DB0B-482E-B0E4-4F035FC023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855526" y="2145638"/>
              <a:ext cx="4336168" cy="4630833"/>
            </a:xfrm>
            <a:custGeom>
              <a:avLst/>
              <a:gdLst>
                <a:gd name="connsiteX0" fmla="*/ 3053738 w 4336168"/>
                <a:gd name="connsiteY0" fmla="*/ 111 h 4630833"/>
                <a:gd name="connsiteX1" fmla="*/ 3093948 w 4336168"/>
                <a:gd name="connsiteY1" fmla="*/ 316 h 4630833"/>
                <a:gd name="connsiteX2" fmla="*/ 3134268 w 4336168"/>
                <a:gd name="connsiteY2" fmla="*/ 1743 h 4630833"/>
                <a:gd name="connsiteX3" fmla="*/ 3295438 w 4336168"/>
                <a:gd name="connsiteY3" fmla="*/ 13058 h 4630833"/>
                <a:gd name="connsiteX4" fmla="*/ 3918813 w 4336168"/>
                <a:gd name="connsiteY4" fmla="*/ 169935 h 4630833"/>
                <a:gd name="connsiteX5" fmla="*/ 4203331 w 4336168"/>
                <a:gd name="connsiteY5" fmla="*/ 305405 h 4630833"/>
                <a:gd name="connsiteX6" fmla="*/ 4336168 w 4336168"/>
                <a:gd name="connsiteY6" fmla="*/ 386579 h 4630833"/>
                <a:gd name="connsiteX7" fmla="*/ 4336168 w 4336168"/>
                <a:gd name="connsiteY7" fmla="*/ 772673 h 4630833"/>
                <a:gd name="connsiteX8" fmla="*/ 4270820 w 4336168"/>
                <a:gd name="connsiteY8" fmla="*/ 728127 h 4630833"/>
                <a:gd name="connsiteX9" fmla="*/ 4030208 w 4336168"/>
                <a:gd name="connsiteY9" fmla="*/ 587253 h 4630833"/>
                <a:gd name="connsiteX10" fmla="*/ 3781010 w 4336168"/>
                <a:gd name="connsiteY10" fmla="*/ 471455 h 4630833"/>
                <a:gd name="connsiteX11" fmla="*/ 3254466 w 4336168"/>
                <a:gd name="connsiteY11" fmla="*/ 338024 h 4630833"/>
                <a:gd name="connsiteX12" fmla="*/ 3117966 w 4336168"/>
                <a:gd name="connsiteY12" fmla="*/ 326812 h 4630833"/>
                <a:gd name="connsiteX13" fmla="*/ 3083625 w 4336168"/>
                <a:gd name="connsiteY13" fmla="*/ 325179 h 4630833"/>
                <a:gd name="connsiteX14" fmla="*/ 3049173 w 4336168"/>
                <a:gd name="connsiteY14" fmla="*/ 324366 h 4630833"/>
                <a:gd name="connsiteX15" fmla="*/ 2978858 w 4336168"/>
                <a:gd name="connsiteY15" fmla="*/ 323855 h 4630833"/>
                <a:gd name="connsiteX16" fmla="*/ 2695862 w 4336168"/>
                <a:gd name="connsiteY16" fmla="*/ 335373 h 4630833"/>
                <a:gd name="connsiteX17" fmla="*/ 2417972 w 4336168"/>
                <a:gd name="connsiteY17" fmla="*/ 372070 h 4630833"/>
                <a:gd name="connsiteX18" fmla="*/ 2148451 w 4336168"/>
                <a:gd name="connsiteY18" fmla="*/ 437613 h 4630833"/>
                <a:gd name="connsiteX19" fmla="*/ 1889690 w 4336168"/>
                <a:gd name="connsiteY19" fmla="*/ 532515 h 4630833"/>
                <a:gd name="connsiteX20" fmla="*/ 1644512 w 4336168"/>
                <a:gd name="connsiteY20" fmla="*/ 658098 h 4630833"/>
                <a:gd name="connsiteX21" fmla="*/ 1200999 w 4336168"/>
                <a:gd name="connsiteY21" fmla="*/ 992137 h 4630833"/>
                <a:gd name="connsiteX22" fmla="*/ 1003531 w 4336168"/>
                <a:gd name="connsiteY22" fmla="*/ 1192234 h 4630833"/>
                <a:gd name="connsiteX23" fmla="*/ 910394 w 4336168"/>
                <a:gd name="connsiteY23" fmla="*/ 1298347 h 4630833"/>
                <a:gd name="connsiteX24" fmla="*/ 821278 w 4336168"/>
                <a:gd name="connsiteY24" fmla="*/ 1408233 h 4630833"/>
                <a:gd name="connsiteX25" fmla="*/ 732162 w 4336168"/>
                <a:gd name="connsiteY25" fmla="*/ 1521993 h 4630833"/>
                <a:gd name="connsiteX26" fmla="*/ 640548 w 4336168"/>
                <a:gd name="connsiteY26" fmla="*/ 1634323 h 4630833"/>
                <a:gd name="connsiteX27" fmla="*/ 457317 w 4336168"/>
                <a:gd name="connsiteY27" fmla="*/ 1855930 h 4630833"/>
                <a:gd name="connsiteX28" fmla="*/ 369288 w 4336168"/>
                <a:gd name="connsiteY28" fmla="*/ 1967955 h 4630833"/>
                <a:gd name="connsiteX29" fmla="*/ 287128 w 4336168"/>
                <a:gd name="connsiteY29" fmla="*/ 2083243 h 4630833"/>
                <a:gd name="connsiteX30" fmla="*/ 212683 w 4336168"/>
                <a:gd name="connsiteY30" fmla="*/ 2202607 h 4630833"/>
                <a:gd name="connsiteX31" fmla="*/ 179101 w 4336168"/>
                <a:gd name="connsiteY31" fmla="*/ 2264177 h 4630833"/>
                <a:gd name="connsiteX32" fmla="*/ 148890 w 4336168"/>
                <a:gd name="connsiteY32" fmla="*/ 2327172 h 4630833"/>
                <a:gd name="connsiteX33" fmla="*/ 61295 w 4336168"/>
                <a:gd name="connsiteY33" fmla="*/ 2590672 h 4630833"/>
                <a:gd name="connsiteX34" fmla="*/ 32604 w 4336168"/>
                <a:gd name="connsiteY34" fmla="*/ 2866202 h 4630833"/>
                <a:gd name="connsiteX35" fmla="*/ 100853 w 4336168"/>
                <a:gd name="connsiteY35" fmla="*/ 3418074 h 4630833"/>
                <a:gd name="connsiteX36" fmla="*/ 184971 w 4336168"/>
                <a:gd name="connsiteY36" fmla="*/ 3684428 h 4630833"/>
                <a:gd name="connsiteX37" fmla="*/ 210836 w 4336168"/>
                <a:gd name="connsiteY37" fmla="*/ 3749462 h 4630833"/>
                <a:gd name="connsiteX38" fmla="*/ 238440 w 4336168"/>
                <a:gd name="connsiteY38" fmla="*/ 3813783 h 4630833"/>
                <a:gd name="connsiteX39" fmla="*/ 252894 w 4336168"/>
                <a:gd name="connsiteY39" fmla="*/ 3845688 h 4630833"/>
                <a:gd name="connsiteX40" fmla="*/ 268109 w 4336168"/>
                <a:gd name="connsiteY40" fmla="*/ 3877287 h 4630833"/>
                <a:gd name="connsiteX41" fmla="*/ 299409 w 4336168"/>
                <a:gd name="connsiteY41" fmla="*/ 3939978 h 4630833"/>
                <a:gd name="connsiteX42" fmla="*/ 440689 w 4336168"/>
                <a:gd name="connsiteY42" fmla="*/ 4182378 h 4630833"/>
                <a:gd name="connsiteX43" fmla="*/ 606640 w 4336168"/>
                <a:gd name="connsiteY43" fmla="*/ 4409488 h 4630833"/>
                <a:gd name="connsiteX44" fmla="*/ 792425 w 4336168"/>
                <a:gd name="connsiteY44" fmla="*/ 4621205 h 4630833"/>
                <a:gd name="connsiteX45" fmla="*/ 802442 w 4336168"/>
                <a:gd name="connsiteY45" fmla="*/ 4630833 h 4630833"/>
                <a:gd name="connsiteX46" fmla="*/ 592561 w 4336168"/>
                <a:gd name="connsiteY46" fmla="*/ 4630833 h 4630833"/>
                <a:gd name="connsiteX47" fmla="*/ 489377 w 4336168"/>
                <a:gd name="connsiteY47" fmla="*/ 4483185 h 4630833"/>
                <a:gd name="connsiteX48" fmla="*/ 344944 w 4336168"/>
                <a:gd name="connsiteY48" fmla="*/ 4231611 h 4630833"/>
                <a:gd name="connsiteX49" fmla="*/ 224311 w 4336168"/>
                <a:gd name="connsiteY49" fmla="*/ 3970456 h 4630833"/>
                <a:gd name="connsiteX50" fmla="*/ 0 w 4336168"/>
                <a:gd name="connsiteY50" fmla="*/ 2866202 h 4630833"/>
                <a:gd name="connsiteX51" fmla="*/ 25105 w 4336168"/>
                <a:gd name="connsiteY51" fmla="*/ 2584351 h 4630833"/>
                <a:gd name="connsiteX52" fmla="*/ 105200 w 4336168"/>
                <a:gd name="connsiteY52" fmla="*/ 2310863 h 4630833"/>
                <a:gd name="connsiteX53" fmla="*/ 232245 w 4336168"/>
                <a:gd name="connsiteY53" fmla="*/ 2053172 h 4630833"/>
                <a:gd name="connsiteX54" fmla="*/ 307667 w 4336168"/>
                <a:gd name="connsiteY54" fmla="*/ 1930341 h 4630833"/>
                <a:gd name="connsiteX55" fmla="*/ 386893 w 4336168"/>
                <a:gd name="connsiteY55" fmla="*/ 1810161 h 4630833"/>
                <a:gd name="connsiteX56" fmla="*/ 548823 w 4336168"/>
                <a:gd name="connsiteY56" fmla="*/ 1573876 h 4630833"/>
                <a:gd name="connsiteX57" fmla="*/ 626419 w 4336168"/>
                <a:gd name="connsiteY57" fmla="*/ 1455224 h 4630833"/>
                <a:gd name="connsiteX58" fmla="*/ 701081 w 4336168"/>
                <a:gd name="connsiteY58" fmla="*/ 1334534 h 4630833"/>
                <a:gd name="connsiteX59" fmla="*/ 861162 w 4336168"/>
                <a:gd name="connsiteY59" fmla="*/ 1091320 h 4630833"/>
                <a:gd name="connsiteX60" fmla="*/ 1042329 w 4336168"/>
                <a:gd name="connsiteY60" fmla="*/ 858093 h 4630833"/>
                <a:gd name="connsiteX61" fmla="*/ 1487799 w 4336168"/>
                <a:gd name="connsiteY61" fmla="*/ 446686 h 4630833"/>
                <a:gd name="connsiteX62" fmla="*/ 1754060 w 4336168"/>
                <a:gd name="connsiteY62" fmla="*/ 283388 h 4630833"/>
                <a:gd name="connsiteX63" fmla="*/ 2044121 w 4336168"/>
                <a:gd name="connsiteY63" fmla="*/ 157906 h 4630833"/>
                <a:gd name="connsiteX64" fmla="*/ 2349287 w 4336168"/>
                <a:gd name="connsiteY64" fmla="*/ 71364 h 4630833"/>
                <a:gd name="connsiteX65" fmla="*/ 2661411 w 4336168"/>
                <a:gd name="connsiteY65" fmla="*/ 21213 h 4630833"/>
                <a:gd name="connsiteX66" fmla="*/ 2818124 w 4336168"/>
                <a:gd name="connsiteY66" fmla="*/ 7146 h 4630833"/>
                <a:gd name="connsiteX67" fmla="*/ 2974728 w 4336168"/>
                <a:gd name="connsiteY67" fmla="*/ 1029 h 4630833"/>
                <a:gd name="connsiteX68" fmla="*/ 3053738 w 4336168"/>
                <a:gd name="connsiteY68" fmla="*/ 111 h 46308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Lst>
              <a:rect l="l" t="t" r="r" b="b"/>
              <a:pathLst>
                <a:path w="4336168" h="4630833">
                  <a:moveTo>
                    <a:pt x="3053738" y="111"/>
                  </a:moveTo>
                  <a:lnTo>
                    <a:pt x="3093948" y="316"/>
                  </a:lnTo>
                  <a:lnTo>
                    <a:pt x="3134268" y="1743"/>
                  </a:lnTo>
                  <a:cubicBezTo>
                    <a:pt x="3187955" y="3475"/>
                    <a:pt x="3241749" y="7756"/>
                    <a:pt x="3295438" y="13058"/>
                  </a:cubicBezTo>
                  <a:cubicBezTo>
                    <a:pt x="3510076" y="35585"/>
                    <a:pt x="3722324" y="89406"/>
                    <a:pt x="3918813" y="169935"/>
                  </a:cubicBezTo>
                  <a:cubicBezTo>
                    <a:pt x="4017384" y="209689"/>
                    <a:pt x="4111933" y="255763"/>
                    <a:pt x="4203331" y="305405"/>
                  </a:cubicBezTo>
                  <a:lnTo>
                    <a:pt x="4336168" y="386579"/>
                  </a:lnTo>
                  <a:lnTo>
                    <a:pt x="4336168" y="772673"/>
                  </a:lnTo>
                  <a:lnTo>
                    <a:pt x="4270820" y="728127"/>
                  </a:lnTo>
                  <a:cubicBezTo>
                    <a:pt x="4191920" y="677771"/>
                    <a:pt x="4111825" y="630168"/>
                    <a:pt x="4030208" y="587253"/>
                  </a:cubicBezTo>
                  <a:cubicBezTo>
                    <a:pt x="3948699" y="544136"/>
                    <a:pt x="3865886" y="504687"/>
                    <a:pt x="3781010" y="471455"/>
                  </a:cubicBezTo>
                  <a:cubicBezTo>
                    <a:pt x="3611688" y="404384"/>
                    <a:pt x="3435522" y="358818"/>
                    <a:pt x="3254466" y="338024"/>
                  </a:cubicBezTo>
                  <a:cubicBezTo>
                    <a:pt x="3209255" y="333029"/>
                    <a:pt x="3163720" y="328748"/>
                    <a:pt x="3117966" y="326812"/>
                  </a:cubicBezTo>
                  <a:lnTo>
                    <a:pt x="3083625" y="325179"/>
                  </a:lnTo>
                  <a:lnTo>
                    <a:pt x="3049173" y="324366"/>
                  </a:lnTo>
                  <a:cubicBezTo>
                    <a:pt x="3026568" y="323447"/>
                    <a:pt x="3002550" y="323855"/>
                    <a:pt x="2978858" y="323855"/>
                  </a:cubicBezTo>
                  <a:cubicBezTo>
                    <a:pt x="2883983" y="323956"/>
                    <a:pt x="2789434" y="327423"/>
                    <a:pt x="2695862" y="335373"/>
                  </a:cubicBezTo>
                  <a:cubicBezTo>
                    <a:pt x="2602290" y="343223"/>
                    <a:pt x="2509371" y="354945"/>
                    <a:pt x="2417972" y="372070"/>
                  </a:cubicBezTo>
                  <a:cubicBezTo>
                    <a:pt x="2326683" y="389500"/>
                    <a:pt x="2236697" y="411009"/>
                    <a:pt x="2148451" y="437613"/>
                  </a:cubicBezTo>
                  <a:cubicBezTo>
                    <a:pt x="2060204" y="464116"/>
                    <a:pt x="1973588" y="495411"/>
                    <a:pt x="1889690" y="532515"/>
                  </a:cubicBezTo>
                  <a:cubicBezTo>
                    <a:pt x="1805247" y="568599"/>
                    <a:pt x="1723848" y="611411"/>
                    <a:pt x="1644512" y="658098"/>
                  </a:cubicBezTo>
                  <a:cubicBezTo>
                    <a:pt x="1486169" y="751979"/>
                    <a:pt x="1338149" y="865229"/>
                    <a:pt x="1200999" y="992137"/>
                  </a:cubicBezTo>
                  <a:cubicBezTo>
                    <a:pt x="1132531" y="1055744"/>
                    <a:pt x="1066782" y="1122715"/>
                    <a:pt x="1003531" y="1192234"/>
                  </a:cubicBezTo>
                  <a:cubicBezTo>
                    <a:pt x="971688" y="1226790"/>
                    <a:pt x="941150" y="1262568"/>
                    <a:pt x="910394" y="1298347"/>
                  </a:cubicBezTo>
                  <a:cubicBezTo>
                    <a:pt x="880507" y="1334738"/>
                    <a:pt x="850187" y="1370925"/>
                    <a:pt x="821278" y="1408233"/>
                  </a:cubicBezTo>
                  <a:cubicBezTo>
                    <a:pt x="792152" y="1444624"/>
                    <a:pt x="762266" y="1484480"/>
                    <a:pt x="732162" y="1521993"/>
                  </a:cubicBezTo>
                  <a:cubicBezTo>
                    <a:pt x="701950" y="1559810"/>
                    <a:pt x="671302" y="1597219"/>
                    <a:pt x="640548" y="1634323"/>
                  </a:cubicBezTo>
                  <a:cubicBezTo>
                    <a:pt x="579362" y="1708838"/>
                    <a:pt x="516980" y="1781618"/>
                    <a:pt x="457317" y="1855930"/>
                  </a:cubicBezTo>
                  <a:cubicBezTo>
                    <a:pt x="427540" y="1893033"/>
                    <a:pt x="397870" y="1930239"/>
                    <a:pt x="369288" y="1967955"/>
                  </a:cubicBezTo>
                  <a:cubicBezTo>
                    <a:pt x="341141" y="2005976"/>
                    <a:pt x="313211" y="2044100"/>
                    <a:pt x="287128" y="2083243"/>
                  </a:cubicBezTo>
                  <a:cubicBezTo>
                    <a:pt x="260936" y="2122284"/>
                    <a:pt x="235506" y="2161835"/>
                    <a:pt x="212683" y="2202607"/>
                  </a:cubicBezTo>
                  <a:cubicBezTo>
                    <a:pt x="200728" y="2222791"/>
                    <a:pt x="190187" y="2243586"/>
                    <a:pt x="179101" y="2264177"/>
                  </a:cubicBezTo>
                  <a:cubicBezTo>
                    <a:pt x="168886" y="2285072"/>
                    <a:pt x="158127" y="2305867"/>
                    <a:pt x="148890" y="2327172"/>
                  </a:cubicBezTo>
                  <a:cubicBezTo>
                    <a:pt x="109982" y="2411777"/>
                    <a:pt x="81183" y="2500256"/>
                    <a:pt x="61295" y="2590672"/>
                  </a:cubicBezTo>
                  <a:cubicBezTo>
                    <a:pt x="42386" y="2681292"/>
                    <a:pt x="33147" y="2773643"/>
                    <a:pt x="32604" y="2866202"/>
                  </a:cubicBezTo>
                  <a:cubicBezTo>
                    <a:pt x="32495" y="3051925"/>
                    <a:pt x="55643" y="3237650"/>
                    <a:pt x="100853" y="3418074"/>
                  </a:cubicBezTo>
                  <a:cubicBezTo>
                    <a:pt x="123133" y="3508490"/>
                    <a:pt x="151498" y="3597377"/>
                    <a:pt x="184971" y="3684428"/>
                  </a:cubicBezTo>
                  <a:cubicBezTo>
                    <a:pt x="192796" y="3706344"/>
                    <a:pt x="202250" y="3727751"/>
                    <a:pt x="210836" y="3749462"/>
                  </a:cubicBezTo>
                  <a:cubicBezTo>
                    <a:pt x="219421" y="3771175"/>
                    <a:pt x="228985" y="3792479"/>
                    <a:pt x="238440" y="3813783"/>
                  </a:cubicBezTo>
                  <a:lnTo>
                    <a:pt x="252894" y="3845688"/>
                  </a:lnTo>
                  <a:lnTo>
                    <a:pt x="268109" y="3877287"/>
                  </a:lnTo>
                  <a:cubicBezTo>
                    <a:pt x="278215" y="3898287"/>
                    <a:pt x="288432" y="3919284"/>
                    <a:pt x="299409" y="3939978"/>
                  </a:cubicBezTo>
                  <a:cubicBezTo>
                    <a:pt x="341792" y="4023258"/>
                    <a:pt x="389828" y="4103787"/>
                    <a:pt x="440689" y="4182378"/>
                  </a:cubicBezTo>
                  <a:cubicBezTo>
                    <a:pt x="492420" y="4260561"/>
                    <a:pt x="547953" y="4336299"/>
                    <a:pt x="606640" y="4409488"/>
                  </a:cubicBezTo>
                  <a:cubicBezTo>
                    <a:pt x="665381" y="4482677"/>
                    <a:pt x="727435" y="4553292"/>
                    <a:pt x="792425" y="4621205"/>
                  </a:cubicBezTo>
                  <a:lnTo>
                    <a:pt x="802442" y="4630833"/>
                  </a:lnTo>
                  <a:lnTo>
                    <a:pt x="592561" y="4630833"/>
                  </a:lnTo>
                  <a:lnTo>
                    <a:pt x="489377" y="4483185"/>
                  </a:lnTo>
                  <a:cubicBezTo>
                    <a:pt x="437212" y="4401230"/>
                    <a:pt x="388850" y="4317339"/>
                    <a:pt x="344944" y="4231611"/>
                  </a:cubicBezTo>
                  <a:cubicBezTo>
                    <a:pt x="300386" y="4146191"/>
                    <a:pt x="260828" y="4058731"/>
                    <a:pt x="224311" y="3970456"/>
                  </a:cubicBezTo>
                  <a:cubicBezTo>
                    <a:pt x="78901" y="3617049"/>
                    <a:pt x="1413" y="3242136"/>
                    <a:pt x="0" y="2866202"/>
                  </a:cubicBezTo>
                  <a:cubicBezTo>
                    <a:pt x="0" y="2771912"/>
                    <a:pt x="8043" y="2677417"/>
                    <a:pt x="25105" y="2584351"/>
                  </a:cubicBezTo>
                  <a:cubicBezTo>
                    <a:pt x="42928" y="2491285"/>
                    <a:pt x="69446" y="2399444"/>
                    <a:pt x="105200" y="2310863"/>
                  </a:cubicBezTo>
                  <a:cubicBezTo>
                    <a:pt x="140304" y="2221974"/>
                    <a:pt x="184318" y="2136351"/>
                    <a:pt x="232245" y="2053172"/>
                  </a:cubicBezTo>
                  <a:cubicBezTo>
                    <a:pt x="256154" y="2011379"/>
                    <a:pt x="281802" y="1970810"/>
                    <a:pt x="307667" y="1930341"/>
                  </a:cubicBezTo>
                  <a:cubicBezTo>
                    <a:pt x="333533" y="1889873"/>
                    <a:pt x="360049" y="1849915"/>
                    <a:pt x="386893" y="1810161"/>
                  </a:cubicBezTo>
                  <a:lnTo>
                    <a:pt x="548823" y="1573876"/>
                  </a:lnTo>
                  <a:cubicBezTo>
                    <a:pt x="575341" y="1534529"/>
                    <a:pt x="601098" y="1494877"/>
                    <a:pt x="626419" y="1455224"/>
                  </a:cubicBezTo>
                  <a:cubicBezTo>
                    <a:pt x="651959" y="1415266"/>
                    <a:pt x="675434" y="1376225"/>
                    <a:pt x="701081" y="1334534"/>
                  </a:cubicBezTo>
                  <a:cubicBezTo>
                    <a:pt x="751290" y="1252070"/>
                    <a:pt x="804324" y="1170828"/>
                    <a:pt x="861162" y="1091320"/>
                  </a:cubicBezTo>
                  <a:cubicBezTo>
                    <a:pt x="917894" y="1011810"/>
                    <a:pt x="977884" y="933729"/>
                    <a:pt x="1042329" y="858093"/>
                  </a:cubicBezTo>
                  <a:cubicBezTo>
                    <a:pt x="1171765" y="707536"/>
                    <a:pt x="1319348" y="566764"/>
                    <a:pt x="1487799" y="446686"/>
                  </a:cubicBezTo>
                  <a:cubicBezTo>
                    <a:pt x="1571699" y="386340"/>
                    <a:pt x="1661031" y="332010"/>
                    <a:pt x="1754060" y="283388"/>
                  </a:cubicBezTo>
                  <a:cubicBezTo>
                    <a:pt x="1847414" y="235478"/>
                    <a:pt x="1944463" y="193278"/>
                    <a:pt x="2044121" y="157906"/>
                  </a:cubicBezTo>
                  <a:cubicBezTo>
                    <a:pt x="2143778" y="122638"/>
                    <a:pt x="2245936" y="93789"/>
                    <a:pt x="2349287" y="71364"/>
                  </a:cubicBezTo>
                  <a:cubicBezTo>
                    <a:pt x="2452641" y="48939"/>
                    <a:pt x="2556971" y="32935"/>
                    <a:pt x="2661411" y="21213"/>
                  </a:cubicBezTo>
                  <a:cubicBezTo>
                    <a:pt x="2713576" y="14994"/>
                    <a:pt x="2765850" y="11222"/>
                    <a:pt x="2818124" y="7146"/>
                  </a:cubicBezTo>
                  <a:cubicBezTo>
                    <a:pt x="2870290" y="4596"/>
                    <a:pt x="2922672" y="1640"/>
                    <a:pt x="2974728" y="1029"/>
                  </a:cubicBezTo>
                  <a:cubicBezTo>
                    <a:pt x="3000811" y="519"/>
                    <a:pt x="3026568" y="-296"/>
                    <a:pt x="3053738" y="11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grpSp>
        <p:nvGrpSpPr>
          <p:cNvPr id="17451" name="Group 17450">
            <a:extLst>
              <a:ext uri="{FF2B5EF4-FFF2-40B4-BE49-F238E27FC236}">
                <a16:creationId xmlns:a16="http://schemas.microsoft.com/office/drawing/2014/main" id="{2786ABD8-AB9F-46F2-A7D9-36F1F7338CF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5112326" y="0"/>
            <a:ext cx="4683941" cy="3456291"/>
            <a:chOff x="4345582" y="0"/>
            <a:chExt cx="5069918" cy="3741104"/>
          </a:xfrm>
          <a:solidFill>
            <a:schemeClr val="accent5">
              <a:alpha val="5000"/>
            </a:schemeClr>
          </a:solidFill>
        </p:grpSpPr>
        <p:sp>
          <p:nvSpPr>
            <p:cNvPr id="17452" name="Freeform: Shape 17451">
              <a:extLst>
                <a:ext uri="{FF2B5EF4-FFF2-40B4-BE49-F238E27FC236}">
                  <a16:creationId xmlns:a16="http://schemas.microsoft.com/office/drawing/2014/main" id="{DB26E49F-E19A-487B-A8A4-A26128CFDC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45582" y="1"/>
              <a:ext cx="5069918" cy="3741103"/>
            </a:xfrm>
            <a:custGeom>
              <a:avLst/>
              <a:gdLst>
                <a:gd name="connsiteX0" fmla="*/ 475344 w 5069918"/>
                <a:gd name="connsiteY0" fmla="*/ 0 h 3741103"/>
                <a:gd name="connsiteX1" fmla="*/ 643707 w 5069918"/>
                <a:gd name="connsiteY1" fmla="*/ 0 h 3741103"/>
                <a:gd name="connsiteX2" fmla="*/ 635672 w 5069918"/>
                <a:gd name="connsiteY2" fmla="*/ 7778 h 3741103"/>
                <a:gd name="connsiteX3" fmla="*/ 486638 w 5069918"/>
                <a:gd name="connsiteY3" fmla="*/ 178818 h 3741103"/>
                <a:gd name="connsiteX4" fmla="*/ 353514 w 5069918"/>
                <a:gd name="connsiteY4" fmla="*/ 362293 h 3741103"/>
                <a:gd name="connsiteX5" fmla="*/ 240181 w 5069918"/>
                <a:gd name="connsiteY5" fmla="*/ 558120 h 3741103"/>
                <a:gd name="connsiteX6" fmla="*/ 215073 w 5069918"/>
                <a:gd name="connsiteY6" fmla="*/ 608766 h 3741103"/>
                <a:gd name="connsiteX7" fmla="*/ 202868 w 5069918"/>
                <a:gd name="connsiteY7" fmla="*/ 634294 h 3741103"/>
                <a:gd name="connsiteX8" fmla="*/ 191273 w 5069918"/>
                <a:gd name="connsiteY8" fmla="*/ 660069 h 3741103"/>
                <a:gd name="connsiteX9" fmla="*/ 169129 w 5069918"/>
                <a:gd name="connsiteY9" fmla="*/ 712032 h 3741103"/>
                <a:gd name="connsiteX10" fmla="*/ 148381 w 5069918"/>
                <a:gd name="connsiteY10" fmla="*/ 764571 h 3741103"/>
                <a:gd name="connsiteX11" fmla="*/ 80903 w 5069918"/>
                <a:gd name="connsiteY11" fmla="*/ 979750 h 3741103"/>
                <a:gd name="connsiteX12" fmla="*/ 26154 w 5069918"/>
                <a:gd name="connsiteY12" fmla="*/ 1425590 h 3741103"/>
                <a:gd name="connsiteX13" fmla="*/ 49170 w 5069918"/>
                <a:gd name="connsiteY13" fmla="*/ 1648182 h 3741103"/>
                <a:gd name="connsiteX14" fmla="*/ 119437 w 5069918"/>
                <a:gd name="connsiteY14" fmla="*/ 1861055 h 3741103"/>
                <a:gd name="connsiteX15" fmla="*/ 143672 w 5069918"/>
                <a:gd name="connsiteY15" fmla="*/ 1911947 h 3741103"/>
                <a:gd name="connsiteX16" fmla="*/ 170611 w 5069918"/>
                <a:gd name="connsiteY16" fmla="*/ 1961687 h 3741103"/>
                <a:gd name="connsiteX17" fmla="*/ 230330 w 5069918"/>
                <a:gd name="connsiteY17" fmla="*/ 2058118 h 3741103"/>
                <a:gd name="connsiteX18" fmla="*/ 296237 w 5069918"/>
                <a:gd name="connsiteY18" fmla="*/ 2151255 h 3741103"/>
                <a:gd name="connsiteX19" fmla="*/ 366853 w 5069918"/>
                <a:gd name="connsiteY19" fmla="*/ 2241757 h 3741103"/>
                <a:gd name="connsiteX20" fmla="*/ 513838 w 5069918"/>
                <a:gd name="connsiteY20" fmla="*/ 2420786 h 3741103"/>
                <a:gd name="connsiteX21" fmla="*/ 587330 w 5069918"/>
                <a:gd name="connsiteY21" fmla="*/ 2511534 h 3741103"/>
                <a:gd name="connsiteX22" fmla="*/ 658817 w 5069918"/>
                <a:gd name="connsiteY22" fmla="*/ 2603437 h 3741103"/>
                <a:gd name="connsiteX23" fmla="*/ 730305 w 5069918"/>
                <a:gd name="connsiteY23" fmla="*/ 2692210 h 3741103"/>
                <a:gd name="connsiteX24" fmla="*/ 805018 w 5069918"/>
                <a:gd name="connsiteY24" fmla="*/ 2777936 h 3741103"/>
                <a:gd name="connsiteX25" fmla="*/ 963424 w 5069918"/>
                <a:gd name="connsiteY25" fmla="*/ 2939588 h 3741103"/>
                <a:gd name="connsiteX26" fmla="*/ 1319204 w 5069918"/>
                <a:gd name="connsiteY26" fmla="*/ 3209447 h 3741103"/>
                <a:gd name="connsiteX27" fmla="*/ 1515882 w 5069918"/>
                <a:gd name="connsiteY27" fmla="*/ 3310902 h 3741103"/>
                <a:gd name="connsiteX28" fmla="*/ 1723456 w 5069918"/>
                <a:gd name="connsiteY28" fmla="*/ 3387570 h 3741103"/>
                <a:gd name="connsiteX29" fmla="*/ 1939662 w 5069918"/>
                <a:gd name="connsiteY29" fmla="*/ 3440520 h 3741103"/>
                <a:gd name="connsiteX30" fmla="*/ 2162581 w 5069918"/>
                <a:gd name="connsiteY30" fmla="*/ 3470167 h 3741103"/>
                <a:gd name="connsiteX31" fmla="*/ 2389597 w 5069918"/>
                <a:gd name="connsiteY31" fmla="*/ 3479472 h 3741103"/>
                <a:gd name="connsiteX32" fmla="*/ 2446002 w 5069918"/>
                <a:gd name="connsiteY32" fmla="*/ 3479059 h 3741103"/>
                <a:gd name="connsiteX33" fmla="*/ 2473639 w 5069918"/>
                <a:gd name="connsiteY33" fmla="*/ 3478402 h 3741103"/>
                <a:gd name="connsiteX34" fmla="*/ 2501187 w 5069918"/>
                <a:gd name="connsiteY34" fmla="*/ 3477083 h 3741103"/>
                <a:gd name="connsiteX35" fmla="*/ 2610685 w 5069918"/>
                <a:gd name="connsiteY35" fmla="*/ 3468025 h 3741103"/>
                <a:gd name="connsiteX36" fmla="*/ 3033071 w 5069918"/>
                <a:gd name="connsiteY36" fmla="*/ 3360230 h 3741103"/>
                <a:gd name="connsiteX37" fmla="*/ 3232974 w 5069918"/>
                <a:gd name="connsiteY37" fmla="*/ 3266681 h 3741103"/>
                <a:gd name="connsiteX38" fmla="*/ 3425990 w 5069918"/>
                <a:gd name="connsiteY38" fmla="*/ 3152873 h 3741103"/>
                <a:gd name="connsiteX39" fmla="*/ 3613601 w 5069918"/>
                <a:gd name="connsiteY39" fmla="*/ 3024078 h 3741103"/>
                <a:gd name="connsiteX40" fmla="*/ 3706185 w 5069918"/>
                <a:gd name="connsiteY40" fmla="*/ 2955893 h 3741103"/>
                <a:gd name="connsiteX41" fmla="*/ 3799729 w 5069918"/>
                <a:gd name="connsiteY41" fmla="*/ 2885155 h 3741103"/>
                <a:gd name="connsiteX42" fmla="*/ 4175561 w 5069918"/>
                <a:gd name="connsiteY42" fmla="*/ 2606072 h 3741103"/>
                <a:gd name="connsiteX43" fmla="*/ 4517132 w 5069918"/>
                <a:gd name="connsiteY43" fmla="*/ 2312331 h 3741103"/>
                <a:gd name="connsiteX44" fmla="*/ 4659758 w 5069918"/>
                <a:gd name="connsiteY44" fmla="*/ 2148703 h 3741103"/>
                <a:gd name="connsiteX45" fmla="*/ 4773178 w 5069918"/>
                <a:gd name="connsiteY45" fmla="*/ 1969674 h 3741103"/>
                <a:gd name="connsiteX46" fmla="*/ 4892092 w 5069918"/>
                <a:gd name="connsiteY46" fmla="*/ 1567562 h 3741103"/>
                <a:gd name="connsiteX47" fmla="*/ 4898804 w 5069918"/>
                <a:gd name="connsiteY47" fmla="*/ 1460754 h 3741103"/>
                <a:gd name="connsiteX48" fmla="*/ 4899153 w 5069918"/>
                <a:gd name="connsiteY48" fmla="*/ 1406239 h 3741103"/>
                <a:gd name="connsiteX49" fmla="*/ 4898456 w 5069918"/>
                <a:gd name="connsiteY49" fmla="*/ 1350735 h 3741103"/>
                <a:gd name="connsiteX50" fmla="*/ 4886774 w 5069918"/>
                <a:gd name="connsiteY50" fmla="*/ 1128886 h 3741103"/>
                <a:gd name="connsiteX51" fmla="*/ 4815896 w 5069918"/>
                <a:gd name="connsiteY51" fmla="*/ 689221 h 3741103"/>
                <a:gd name="connsiteX52" fmla="*/ 4673183 w 5069918"/>
                <a:gd name="connsiteY52" fmla="*/ 264874 h 3741103"/>
                <a:gd name="connsiteX53" fmla="*/ 4625496 w 5069918"/>
                <a:gd name="connsiteY53" fmla="*/ 162925 h 3741103"/>
                <a:gd name="connsiteX54" fmla="*/ 4572490 w 5069918"/>
                <a:gd name="connsiteY54" fmla="*/ 63364 h 3741103"/>
                <a:gd name="connsiteX55" fmla="*/ 4532299 w 5069918"/>
                <a:gd name="connsiteY55" fmla="*/ 0 h 3741103"/>
                <a:gd name="connsiteX56" fmla="*/ 4626680 w 5069918"/>
                <a:gd name="connsiteY56" fmla="*/ 0 h 3741103"/>
                <a:gd name="connsiteX57" fmla="*/ 4643978 w 5069918"/>
                <a:gd name="connsiteY57" fmla="*/ 26636 h 3741103"/>
                <a:gd name="connsiteX58" fmla="*/ 4700644 w 5069918"/>
                <a:gd name="connsiteY58" fmla="*/ 128338 h 3741103"/>
                <a:gd name="connsiteX59" fmla="*/ 4753214 w 5069918"/>
                <a:gd name="connsiteY59" fmla="*/ 232016 h 3741103"/>
                <a:gd name="connsiteX60" fmla="*/ 4921297 w 5069918"/>
                <a:gd name="connsiteY60" fmla="*/ 663363 h 3741103"/>
                <a:gd name="connsiteX61" fmla="*/ 5027482 w 5069918"/>
                <a:gd name="connsiteY61" fmla="*/ 1112991 h 3741103"/>
                <a:gd name="connsiteX62" fmla="*/ 5058082 w 5069918"/>
                <a:gd name="connsiteY62" fmla="*/ 1342088 h 3741103"/>
                <a:gd name="connsiteX63" fmla="*/ 5063486 w 5069918"/>
                <a:gd name="connsiteY63" fmla="*/ 1399651 h 3741103"/>
                <a:gd name="connsiteX64" fmla="*/ 5067846 w 5069918"/>
                <a:gd name="connsiteY64" fmla="*/ 1458284 h 3741103"/>
                <a:gd name="connsiteX65" fmla="*/ 5069414 w 5069918"/>
                <a:gd name="connsiteY65" fmla="*/ 1577772 h 3741103"/>
                <a:gd name="connsiteX66" fmla="*/ 5040732 w 5069918"/>
                <a:gd name="connsiteY66" fmla="*/ 1817822 h 3741103"/>
                <a:gd name="connsiteX67" fmla="*/ 4964102 w 5069918"/>
                <a:gd name="connsiteY67" fmla="*/ 2050871 h 3741103"/>
                <a:gd name="connsiteX68" fmla="*/ 4689486 w 5069918"/>
                <a:gd name="connsiteY68" fmla="*/ 2458008 h 3741103"/>
                <a:gd name="connsiteX69" fmla="*/ 4333792 w 5069918"/>
                <a:gd name="connsiteY69" fmla="*/ 2784606 h 3741103"/>
                <a:gd name="connsiteX70" fmla="*/ 3965197 w 5069918"/>
                <a:gd name="connsiteY70" fmla="*/ 3076041 h 3741103"/>
                <a:gd name="connsiteX71" fmla="*/ 3873745 w 5069918"/>
                <a:gd name="connsiteY71" fmla="*/ 3149167 h 3741103"/>
                <a:gd name="connsiteX72" fmla="*/ 3779416 w 5069918"/>
                <a:gd name="connsiteY72" fmla="*/ 3222705 h 3741103"/>
                <a:gd name="connsiteX73" fmla="*/ 3582739 w 5069918"/>
                <a:gd name="connsiteY73" fmla="*/ 3364594 h 3741103"/>
                <a:gd name="connsiteX74" fmla="*/ 3371851 w 5069918"/>
                <a:gd name="connsiteY74" fmla="*/ 3494377 h 3741103"/>
                <a:gd name="connsiteX75" fmla="*/ 3143615 w 5069918"/>
                <a:gd name="connsiteY75" fmla="*/ 3603819 h 3741103"/>
                <a:gd name="connsiteX76" fmla="*/ 2643552 w 5069918"/>
                <a:gd name="connsiteY76" fmla="*/ 3730555 h 3741103"/>
                <a:gd name="connsiteX77" fmla="*/ 2514264 w 5069918"/>
                <a:gd name="connsiteY77" fmla="*/ 3739696 h 3741103"/>
                <a:gd name="connsiteX78" fmla="*/ 2481920 w 5069918"/>
                <a:gd name="connsiteY78" fmla="*/ 3740849 h 3741103"/>
                <a:gd name="connsiteX79" fmla="*/ 2449664 w 5069918"/>
                <a:gd name="connsiteY79" fmla="*/ 3741014 h 3741103"/>
                <a:gd name="connsiteX80" fmla="*/ 2386284 w 5069918"/>
                <a:gd name="connsiteY80" fmla="*/ 3740273 h 3741103"/>
                <a:gd name="connsiteX81" fmla="*/ 2260658 w 5069918"/>
                <a:gd name="connsiteY81" fmla="*/ 3735331 h 3741103"/>
                <a:gd name="connsiteX82" fmla="*/ 2134945 w 5069918"/>
                <a:gd name="connsiteY82" fmla="*/ 3723967 h 3741103"/>
                <a:gd name="connsiteX83" fmla="*/ 1884564 w 5069918"/>
                <a:gd name="connsiteY83" fmla="*/ 3683451 h 3741103"/>
                <a:gd name="connsiteX84" fmla="*/ 1639764 w 5069918"/>
                <a:gd name="connsiteY84" fmla="*/ 3613537 h 3741103"/>
                <a:gd name="connsiteX85" fmla="*/ 1407081 w 5069918"/>
                <a:gd name="connsiteY85" fmla="*/ 3512164 h 3741103"/>
                <a:gd name="connsiteX86" fmla="*/ 1193491 w 5069918"/>
                <a:gd name="connsiteY86" fmla="*/ 3380240 h 3741103"/>
                <a:gd name="connsiteX87" fmla="*/ 836141 w 5069918"/>
                <a:gd name="connsiteY87" fmla="*/ 3047878 h 3741103"/>
                <a:gd name="connsiteX88" fmla="*/ 690812 w 5069918"/>
                <a:gd name="connsiteY88" fmla="*/ 2859461 h 3741103"/>
                <a:gd name="connsiteX89" fmla="*/ 562397 w 5069918"/>
                <a:gd name="connsiteY89" fmla="*/ 2662976 h 3741103"/>
                <a:gd name="connsiteX90" fmla="*/ 502504 w 5069918"/>
                <a:gd name="connsiteY90" fmla="*/ 2565474 h 3741103"/>
                <a:gd name="connsiteX91" fmla="*/ 440258 w 5069918"/>
                <a:gd name="connsiteY91" fmla="*/ 2469619 h 3741103"/>
                <a:gd name="connsiteX92" fmla="*/ 310360 w 5069918"/>
                <a:gd name="connsiteY92" fmla="*/ 2278732 h 3741103"/>
                <a:gd name="connsiteX93" fmla="*/ 246806 w 5069918"/>
                <a:gd name="connsiteY93" fmla="*/ 2181642 h 3741103"/>
                <a:gd name="connsiteX94" fmla="*/ 186303 w 5069918"/>
                <a:gd name="connsiteY94" fmla="*/ 2082411 h 3741103"/>
                <a:gd name="connsiteX95" fmla="*/ 84390 w 5069918"/>
                <a:gd name="connsiteY95" fmla="*/ 1874231 h 3741103"/>
                <a:gd name="connsiteX96" fmla="*/ 20139 w 5069918"/>
                <a:gd name="connsiteY96" fmla="*/ 1653288 h 3741103"/>
                <a:gd name="connsiteX97" fmla="*/ 0 w 5069918"/>
                <a:gd name="connsiteY97" fmla="*/ 1425590 h 3741103"/>
                <a:gd name="connsiteX98" fmla="*/ 179939 w 5069918"/>
                <a:gd name="connsiteY98" fmla="*/ 533498 h 3741103"/>
                <a:gd name="connsiteX99" fmla="*/ 276709 w 5069918"/>
                <a:gd name="connsiteY99" fmla="*/ 322519 h 3741103"/>
                <a:gd name="connsiteX100" fmla="*/ 392571 w 5069918"/>
                <a:gd name="connsiteY100" fmla="*/ 119280 h 37411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5069918" h="3741103">
                  <a:moveTo>
                    <a:pt x="475344" y="0"/>
                  </a:moveTo>
                  <a:lnTo>
                    <a:pt x="643707" y="0"/>
                  </a:lnTo>
                  <a:lnTo>
                    <a:pt x="635672" y="7778"/>
                  </a:lnTo>
                  <a:cubicBezTo>
                    <a:pt x="583538" y="62643"/>
                    <a:pt x="533759" y="119691"/>
                    <a:pt x="486638" y="178818"/>
                  </a:cubicBezTo>
                  <a:cubicBezTo>
                    <a:pt x="439560" y="237945"/>
                    <a:pt x="395012" y="299131"/>
                    <a:pt x="353514" y="362293"/>
                  </a:cubicBezTo>
                  <a:cubicBezTo>
                    <a:pt x="312714" y="425784"/>
                    <a:pt x="274180" y="490841"/>
                    <a:pt x="240181" y="558120"/>
                  </a:cubicBezTo>
                  <a:cubicBezTo>
                    <a:pt x="231376" y="574838"/>
                    <a:pt x="223180" y="591801"/>
                    <a:pt x="215073" y="608766"/>
                  </a:cubicBezTo>
                  <a:lnTo>
                    <a:pt x="202868" y="634294"/>
                  </a:lnTo>
                  <a:lnTo>
                    <a:pt x="191273" y="660069"/>
                  </a:lnTo>
                  <a:cubicBezTo>
                    <a:pt x="183688" y="677280"/>
                    <a:pt x="176016" y="694491"/>
                    <a:pt x="169129" y="712032"/>
                  </a:cubicBezTo>
                  <a:cubicBezTo>
                    <a:pt x="162242" y="729572"/>
                    <a:pt x="154658" y="746866"/>
                    <a:pt x="148381" y="764571"/>
                  </a:cubicBezTo>
                  <a:cubicBezTo>
                    <a:pt x="121529" y="834897"/>
                    <a:pt x="98775" y="906706"/>
                    <a:pt x="80903" y="979750"/>
                  </a:cubicBezTo>
                  <a:cubicBezTo>
                    <a:pt x="44636" y="1125509"/>
                    <a:pt x="26067" y="1275550"/>
                    <a:pt x="26154" y="1425590"/>
                  </a:cubicBezTo>
                  <a:cubicBezTo>
                    <a:pt x="26590" y="1500365"/>
                    <a:pt x="34001" y="1574973"/>
                    <a:pt x="49170" y="1648182"/>
                  </a:cubicBezTo>
                  <a:cubicBezTo>
                    <a:pt x="65124" y="1721226"/>
                    <a:pt x="88226" y="1792705"/>
                    <a:pt x="119437" y="1861055"/>
                  </a:cubicBezTo>
                  <a:cubicBezTo>
                    <a:pt x="126847" y="1878267"/>
                    <a:pt x="135478" y="1895066"/>
                    <a:pt x="143672" y="1911947"/>
                  </a:cubicBezTo>
                  <a:cubicBezTo>
                    <a:pt x="152565" y="1928582"/>
                    <a:pt x="161021" y="1945381"/>
                    <a:pt x="170611" y="1961687"/>
                  </a:cubicBezTo>
                  <a:cubicBezTo>
                    <a:pt x="188919" y="1994626"/>
                    <a:pt x="209319" y="2026578"/>
                    <a:pt x="230330" y="2058118"/>
                  </a:cubicBezTo>
                  <a:cubicBezTo>
                    <a:pt x="251253" y="2089740"/>
                    <a:pt x="273658" y="2120539"/>
                    <a:pt x="296237" y="2151255"/>
                  </a:cubicBezTo>
                  <a:cubicBezTo>
                    <a:pt x="319165" y="2181725"/>
                    <a:pt x="342966" y="2211782"/>
                    <a:pt x="366853" y="2241757"/>
                  </a:cubicBezTo>
                  <a:cubicBezTo>
                    <a:pt x="414714" y="2301791"/>
                    <a:pt x="464756" y="2360588"/>
                    <a:pt x="513838" y="2420786"/>
                  </a:cubicBezTo>
                  <a:cubicBezTo>
                    <a:pt x="538509" y="2450761"/>
                    <a:pt x="563094" y="2480983"/>
                    <a:pt x="587330" y="2511534"/>
                  </a:cubicBezTo>
                  <a:cubicBezTo>
                    <a:pt x="611479" y="2541839"/>
                    <a:pt x="635453" y="2574038"/>
                    <a:pt x="658817" y="2603437"/>
                  </a:cubicBezTo>
                  <a:cubicBezTo>
                    <a:pt x="682008" y="2633577"/>
                    <a:pt x="706330" y="2662811"/>
                    <a:pt x="730305" y="2692210"/>
                  </a:cubicBezTo>
                  <a:cubicBezTo>
                    <a:pt x="754977" y="2721115"/>
                    <a:pt x="779474" y="2750019"/>
                    <a:pt x="805018" y="2777936"/>
                  </a:cubicBezTo>
                  <a:cubicBezTo>
                    <a:pt x="855757" y="2834098"/>
                    <a:pt x="908500" y="2888202"/>
                    <a:pt x="963424" y="2939588"/>
                  </a:cubicBezTo>
                  <a:cubicBezTo>
                    <a:pt x="1073444" y="3042113"/>
                    <a:pt x="1192183" y="3133604"/>
                    <a:pt x="1319204" y="3209447"/>
                  </a:cubicBezTo>
                  <a:cubicBezTo>
                    <a:pt x="1382846" y="3247164"/>
                    <a:pt x="1448143" y="3281751"/>
                    <a:pt x="1515882" y="3310902"/>
                  </a:cubicBezTo>
                  <a:cubicBezTo>
                    <a:pt x="1583184" y="3340877"/>
                    <a:pt x="1652666" y="3366159"/>
                    <a:pt x="1723456" y="3387570"/>
                  </a:cubicBezTo>
                  <a:cubicBezTo>
                    <a:pt x="1794246" y="3409063"/>
                    <a:pt x="1866431" y="3426439"/>
                    <a:pt x="1939662" y="3440520"/>
                  </a:cubicBezTo>
                  <a:cubicBezTo>
                    <a:pt x="2012981" y="3454355"/>
                    <a:pt x="2087519" y="3463825"/>
                    <a:pt x="2162581" y="3470167"/>
                  </a:cubicBezTo>
                  <a:cubicBezTo>
                    <a:pt x="2237643" y="3476589"/>
                    <a:pt x="2313489" y="3479390"/>
                    <a:pt x="2389597" y="3479472"/>
                  </a:cubicBezTo>
                  <a:cubicBezTo>
                    <a:pt x="2408602" y="3479472"/>
                    <a:pt x="2427869" y="3479801"/>
                    <a:pt x="2446002" y="3479059"/>
                  </a:cubicBezTo>
                  <a:lnTo>
                    <a:pt x="2473639" y="3478402"/>
                  </a:lnTo>
                  <a:lnTo>
                    <a:pt x="2501187" y="3477083"/>
                  </a:lnTo>
                  <a:cubicBezTo>
                    <a:pt x="2537890" y="3475519"/>
                    <a:pt x="2574418" y="3472060"/>
                    <a:pt x="2610685" y="3468025"/>
                  </a:cubicBezTo>
                  <a:cubicBezTo>
                    <a:pt x="2755926" y="3451226"/>
                    <a:pt x="2897244" y="3414415"/>
                    <a:pt x="3033071" y="3360230"/>
                  </a:cubicBezTo>
                  <a:cubicBezTo>
                    <a:pt x="3101158" y="3333383"/>
                    <a:pt x="3167589" y="3301514"/>
                    <a:pt x="3232974" y="3266681"/>
                  </a:cubicBezTo>
                  <a:cubicBezTo>
                    <a:pt x="3298446" y="3232011"/>
                    <a:pt x="3362697" y="3193554"/>
                    <a:pt x="3425990" y="3152873"/>
                  </a:cubicBezTo>
                  <a:cubicBezTo>
                    <a:pt x="3489282" y="3112110"/>
                    <a:pt x="3551529" y="3068712"/>
                    <a:pt x="3613601" y="3024078"/>
                  </a:cubicBezTo>
                  <a:cubicBezTo>
                    <a:pt x="3644549" y="3001762"/>
                    <a:pt x="3675411" y="2978868"/>
                    <a:pt x="3706185" y="2955893"/>
                  </a:cubicBezTo>
                  <a:lnTo>
                    <a:pt x="3799729" y="2885155"/>
                  </a:lnTo>
                  <a:cubicBezTo>
                    <a:pt x="3926402" y="2790205"/>
                    <a:pt x="4053597" y="2699374"/>
                    <a:pt x="4175561" y="2606072"/>
                  </a:cubicBezTo>
                  <a:cubicBezTo>
                    <a:pt x="4297526" y="2512852"/>
                    <a:pt x="4414084" y="2416833"/>
                    <a:pt x="4517132" y="2312331"/>
                  </a:cubicBezTo>
                  <a:cubicBezTo>
                    <a:pt x="4568480" y="2259956"/>
                    <a:pt x="4616604" y="2205689"/>
                    <a:pt x="4659758" y="2148703"/>
                  </a:cubicBezTo>
                  <a:cubicBezTo>
                    <a:pt x="4702650" y="2091634"/>
                    <a:pt x="4741184" y="2032096"/>
                    <a:pt x="4773178" y="1969674"/>
                  </a:cubicBezTo>
                  <a:cubicBezTo>
                    <a:pt x="4837865" y="1845080"/>
                    <a:pt x="4877446" y="1709038"/>
                    <a:pt x="4892092" y="1567562"/>
                  </a:cubicBezTo>
                  <a:cubicBezTo>
                    <a:pt x="4895666" y="1532233"/>
                    <a:pt x="4897845" y="1496576"/>
                    <a:pt x="4898804" y="1460754"/>
                  </a:cubicBezTo>
                  <a:cubicBezTo>
                    <a:pt x="4899066" y="1442884"/>
                    <a:pt x="4899414" y="1425015"/>
                    <a:pt x="4899153" y="1406239"/>
                  </a:cubicBezTo>
                  <a:cubicBezTo>
                    <a:pt x="4898979" y="1387711"/>
                    <a:pt x="4899066" y="1369263"/>
                    <a:pt x="4898456" y="1350735"/>
                  </a:cubicBezTo>
                  <a:cubicBezTo>
                    <a:pt x="4896974" y="1276703"/>
                    <a:pt x="4893226" y="1202753"/>
                    <a:pt x="4886774" y="1128886"/>
                  </a:cubicBezTo>
                  <a:cubicBezTo>
                    <a:pt x="4873610" y="981232"/>
                    <a:pt x="4851030" y="833991"/>
                    <a:pt x="4815896" y="689221"/>
                  </a:cubicBezTo>
                  <a:cubicBezTo>
                    <a:pt x="4780676" y="544533"/>
                    <a:pt x="4733860" y="402068"/>
                    <a:pt x="4673183" y="264874"/>
                  </a:cubicBezTo>
                  <a:cubicBezTo>
                    <a:pt x="4658101" y="230533"/>
                    <a:pt x="4642147" y="196605"/>
                    <a:pt x="4625496" y="162925"/>
                  </a:cubicBezTo>
                  <a:cubicBezTo>
                    <a:pt x="4608583" y="129326"/>
                    <a:pt x="4590885" y="96222"/>
                    <a:pt x="4572490" y="63364"/>
                  </a:cubicBezTo>
                  <a:lnTo>
                    <a:pt x="4532299" y="0"/>
                  </a:lnTo>
                  <a:lnTo>
                    <a:pt x="4626680" y="0"/>
                  </a:lnTo>
                  <a:lnTo>
                    <a:pt x="4643978" y="26636"/>
                  </a:lnTo>
                  <a:cubicBezTo>
                    <a:pt x="4663594" y="60152"/>
                    <a:pt x="4682598" y="94080"/>
                    <a:pt x="4700644" y="128338"/>
                  </a:cubicBezTo>
                  <a:cubicBezTo>
                    <a:pt x="4718866" y="162595"/>
                    <a:pt x="4736476" y="197100"/>
                    <a:pt x="4753214" y="232016"/>
                  </a:cubicBezTo>
                  <a:cubicBezTo>
                    <a:pt x="4820082" y="371681"/>
                    <a:pt x="4875964" y="515957"/>
                    <a:pt x="4921297" y="663363"/>
                  </a:cubicBezTo>
                  <a:cubicBezTo>
                    <a:pt x="4966630" y="810687"/>
                    <a:pt x="5002460" y="960975"/>
                    <a:pt x="5027482" y="1112991"/>
                  </a:cubicBezTo>
                  <a:cubicBezTo>
                    <a:pt x="5040123" y="1189000"/>
                    <a:pt x="5050323" y="1265421"/>
                    <a:pt x="5058082" y="1342088"/>
                  </a:cubicBezTo>
                  <a:cubicBezTo>
                    <a:pt x="5060261" y="1361276"/>
                    <a:pt x="5061743" y="1380464"/>
                    <a:pt x="5063486" y="1399651"/>
                  </a:cubicBezTo>
                  <a:cubicBezTo>
                    <a:pt x="5065318" y="1418591"/>
                    <a:pt x="5066625" y="1438437"/>
                    <a:pt x="5067846" y="1458284"/>
                  </a:cubicBezTo>
                  <a:cubicBezTo>
                    <a:pt x="5069851" y="1497894"/>
                    <a:pt x="5070461" y="1537751"/>
                    <a:pt x="5069414" y="1577772"/>
                  </a:cubicBezTo>
                  <a:cubicBezTo>
                    <a:pt x="5067060" y="1657734"/>
                    <a:pt x="5057820" y="1738272"/>
                    <a:pt x="5040732" y="1817822"/>
                  </a:cubicBezTo>
                  <a:cubicBezTo>
                    <a:pt x="5023123" y="1897289"/>
                    <a:pt x="4997578" y="1975686"/>
                    <a:pt x="4964102" y="2050871"/>
                  </a:cubicBezTo>
                  <a:cubicBezTo>
                    <a:pt x="4897409" y="2201736"/>
                    <a:pt x="4799942" y="2338271"/>
                    <a:pt x="4689486" y="2458008"/>
                  </a:cubicBezTo>
                  <a:cubicBezTo>
                    <a:pt x="4579116" y="2578485"/>
                    <a:pt x="4456716" y="2684139"/>
                    <a:pt x="4333792" y="2784606"/>
                  </a:cubicBezTo>
                  <a:cubicBezTo>
                    <a:pt x="4210520" y="2884908"/>
                    <a:pt x="4085853" y="2979775"/>
                    <a:pt x="3965197" y="3076041"/>
                  </a:cubicBezTo>
                  <a:lnTo>
                    <a:pt x="3873745" y="3149167"/>
                  </a:lnTo>
                  <a:cubicBezTo>
                    <a:pt x="3842621" y="3173790"/>
                    <a:pt x="3811325" y="3198413"/>
                    <a:pt x="3779416" y="3222705"/>
                  </a:cubicBezTo>
                  <a:cubicBezTo>
                    <a:pt x="3715863" y="3271374"/>
                    <a:pt x="3650652" y="3319055"/>
                    <a:pt x="3582739" y="3364594"/>
                  </a:cubicBezTo>
                  <a:cubicBezTo>
                    <a:pt x="3514913" y="3410051"/>
                    <a:pt x="3445170" y="3454190"/>
                    <a:pt x="3371851" y="3494377"/>
                  </a:cubicBezTo>
                  <a:cubicBezTo>
                    <a:pt x="3298533" y="3534481"/>
                    <a:pt x="3222687" y="3571703"/>
                    <a:pt x="3143615" y="3603819"/>
                  </a:cubicBezTo>
                  <a:cubicBezTo>
                    <a:pt x="2985994" y="3668876"/>
                    <a:pt x="2815732" y="3712356"/>
                    <a:pt x="2643552" y="3730555"/>
                  </a:cubicBezTo>
                  <a:cubicBezTo>
                    <a:pt x="2600484" y="3734838"/>
                    <a:pt x="2557331" y="3738297"/>
                    <a:pt x="2514264" y="3739696"/>
                  </a:cubicBezTo>
                  <a:lnTo>
                    <a:pt x="2481920" y="3740849"/>
                  </a:lnTo>
                  <a:lnTo>
                    <a:pt x="2449664" y="3741014"/>
                  </a:lnTo>
                  <a:cubicBezTo>
                    <a:pt x="2427869" y="3741343"/>
                    <a:pt x="2407207" y="3740685"/>
                    <a:pt x="2386284" y="3740273"/>
                  </a:cubicBezTo>
                  <a:cubicBezTo>
                    <a:pt x="2344525" y="3739779"/>
                    <a:pt x="2302505" y="3737391"/>
                    <a:pt x="2260658" y="3735331"/>
                  </a:cubicBezTo>
                  <a:cubicBezTo>
                    <a:pt x="2218725" y="3732038"/>
                    <a:pt x="2176791" y="3728991"/>
                    <a:pt x="2134945" y="3723967"/>
                  </a:cubicBezTo>
                  <a:cubicBezTo>
                    <a:pt x="2051165" y="3714497"/>
                    <a:pt x="1967473" y="3701568"/>
                    <a:pt x="1884564" y="3683451"/>
                  </a:cubicBezTo>
                  <a:cubicBezTo>
                    <a:pt x="1801657" y="3665335"/>
                    <a:pt x="1719708" y="3642029"/>
                    <a:pt x="1639764" y="3613537"/>
                  </a:cubicBezTo>
                  <a:cubicBezTo>
                    <a:pt x="1559820" y="3584961"/>
                    <a:pt x="1481969" y="3550869"/>
                    <a:pt x="1407081" y="3512164"/>
                  </a:cubicBezTo>
                  <a:cubicBezTo>
                    <a:pt x="1332455" y="3472884"/>
                    <a:pt x="1260794" y="3428992"/>
                    <a:pt x="1193491" y="3380240"/>
                  </a:cubicBezTo>
                  <a:cubicBezTo>
                    <a:pt x="1058362" y="3283233"/>
                    <a:pt x="939973" y="3169508"/>
                    <a:pt x="836141" y="3047878"/>
                  </a:cubicBezTo>
                  <a:cubicBezTo>
                    <a:pt x="784444" y="2986774"/>
                    <a:pt x="736321" y="2923695"/>
                    <a:pt x="690812" y="2859461"/>
                  </a:cubicBezTo>
                  <a:cubicBezTo>
                    <a:pt x="645217" y="2795229"/>
                    <a:pt x="602674" y="2729596"/>
                    <a:pt x="562397" y="2662976"/>
                  </a:cubicBezTo>
                  <a:cubicBezTo>
                    <a:pt x="541823" y="2629295"/>
                    <a:pt x="522992" y="2597755"/>
                    <a:pt x="502504" y="2565474"/>
                  </a:cubicBezTo>
                  <a:cubicBezTo>
                    <a:pt x="482192" y="2533440"/>
                    <a:pt x="461530" y="2501406"/>
                    <a:pt x="440258" y="2469619"/>
                  </a:cubicBezTo>
                  <a:lnTo>
                    <a:pt x="310360" y="2278732"/>
                  </a:lnTo>
                  <a:cubicBezTo>
                    <a:pt x="288826" y="2246616"/>
                    <a:pt x="267555" y="2214335"/>
                    <a:pt x="246806" y="2181642"/>
                  </a:cubicBezTo>
                  <a:cubicBezTo>
                    <a:pt x="226057" y="2148949"/>
                    <a:pt x="205483" y="2116174"/>
                    <a:pt x="186303" y="2082411"/>
                  </a:cubicBezTo>
                  <a:cubicBezTo>
                    <a:pt x="147857" y="2015213"/>
                    <a:pt x="112550" y="1946041"/>
                    <a:pt x="84390" y="1874231"/>
                  </a:cubicBezTo>
                  <a:cubicBezTo>
                    <a:pt x="55708" y="1802669"/>
                    <a:pt x="34436" y="1728473"/>
                    <a:pt x="20139" y="1653288"/>
                  </a:cubicBezTo>
                  <a:cubicBezTo>
                    <a:pt x="6452" y="1578103"/>
                    <a:pt x="0" y="1501764"/>
                    <a:pt x="0" y="1425590"/>
                  </a:cubicBezTo>
                  <a:cubicBezTo>
                    <a:pt x="1133" y="1121885"/>
                    <a:pt x="63293" y="819004"/>
                    <a:pt x="179939" y="533498"/>
                  </a:cubicBezTo>
                  <a:cubicBezTo>
                    <a:pt x="209232" y="462183"/>
                    <a:pt x="240965" y="391527"/>
                    <a:pt x="276709" y="322519"/>
                  </a:cubicBezTo>
                  <a:cubicBezTo>
                    <a:pt x="311930" y="253262"/>
                    <a:pt x="350725" y="185489"/>
                    <a:pt x="392571" y="11928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453" name="Freeform: Shape 17452">
              <a:extLst>
                <a:ext uri="{FF2B5EF4-FFF2-40B4-BE49-F238E27FC236}">
                  <a16:creationId xmlns:a16="http://schemas.microsoft.com/office/drawing/2014/main" id="{58E67742-7BE5-458C-BC8D-9EE8557636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62838" y="1"/>
              <a:ext cx="4960548" cy="3526297"/>
            </a:xfrm>
            <a:custGeom>
              <a:avLst/>
              <a:gdLst>
                <a:gd name="connsiteX0" fmla="*/ 542883 w 4960548"/>
                <a:gd name="connsiteY0" fmla="*/ 0 h 3526297"/>
                <a:gd name="connsiteX1" fmla="*/ 826658 w 4960548"/>
                <a:gd name="connsiteY1" fmla="*/ 0 h 3526297"/>
                <a:gd name="connsiteX2" fmla="*/ 730698 w 4960548"/>
                <a:gd name="connsiteY2" fmla="*/ 89329 h 3526297"/>
                <a:gd name="connsiteX3" fmla="*/ 590295 w 4960548"/>
                <a:gd name="connsiteY3" fmla="*/ 244485 h 3526297"/>
                <a:gd name="connsiteX4" fmla="*/ 357524 w 4960548"/>
                <a:gd name="connsiteY4" fmla="*/ 587307 h 3526297"/>
                <a:gd name="connsiteX5" fmla="*/ 199554 w 4960548"/>
                <a:gd name="connsiteY5" fmla="*/ 966280 h 3526297"/>
                <a:gd name="connsiteX6" fmla="*/ 142104 w 4960548"/>
                <a:gd name="connsiteY6" fmla="*/ 1370286 h 3526297"/>
                <a:gd name="connsiteX7" fmla="*/ 166339 w 4960548"/>
                <a:gd name="connsiteY7" fmla="*/ 1568090 h 3526297"/>
                <a:gd name="connsiteX8" fmla="*/ 237914 w 4960548"/>
                <a:gd name="connsiteY8" fmla="*/ 1753129 h 3526297"/>
                <a:gd name="connsiteX9" fmla="*/ 287868 w 4960548"/>
                <a:gd name="connsiteY9" fmla="*/ 1840255 h 3526297"/>
                <a:gd name="connsiteX10" fmla="*/ 345232 w 4960548"/>
                <a:gd name="connsiteY10" fmla="*/ 1924581 h 3526297"/>
                <a:gd name="connsiteX11" fmla="*/ 477745 w 4960548"/>
                <a:gd name="connsiteY11" fmla="*/ 2087551 h 3526297"/>
                <a:gd name="connsiteX12" fmla="*/ 621156 w 4960548"/>
                <a:gd name="connsiteY12" fmla="*/ 2251756 h 3526297"/>
                <a:gd name="connsiteX13" fmla="*/ 692469 w 4960548"/>
                <a:gd name="connsiteY13" fmla="*/ 2337482 h 3526297"/>
                <a:gd name="connsiteX14" fmla="*/ 726731 w 4960548"/>
                <a:gd name="connsiteY14" fmla="*/ 2379562 h 3526297"/>
                <a:gd name="connsiteX15" fmla="*/ 760295 w 4960548"/>
                <a:gd name="connsiteY15" fmla="*/ 2419831 h 3526297"/>
                <a:gd name="connsiteX16" fmla="*/ 1048685 w 4960548"/>
                <a:gd name="connsiteY16" fmla="*/ 2717443 h 3526297"/>
                <a:gd name="connsiteX17" fmla="*/ 1202035 w 4960548"/>
                <a:gd name="connsiteY17" fmla="*/ 2851344 h 3526297"/>
                <a:gd name="connsiteX18" fmla="*/ 1362620 w 4960548"/>
                <a:gd name="connsiteY18" fmla="*/ 2974785 h 3526297"/>
                <a:gd name="connsiteX19" fmla="*/ 1721364 w 4960548"/>
                <a:gd name="connsiteY19" fmla="*/ 3170036 h 3526297"/>
                <a:gd name="connsiteX20" fmla="*/ 1922052 w 4960548"/>
                <a:gd name="connsiteY20" fmla="*/ 3225210 h 3526297"/>
                <a:gd name="connsiteX21" fmla="*/ 1973488 w 4960548"/>
                <a:gd name="connsiteY21" fmla="*/ 3234928 h 3526297"/>
                <a:gd name="connsiteX22" fmla="*/ 2025360 w 4960548"/>
                <a:gd name="connsiteY22" fmla="*/ 3243080 h 3526297"/>
                <a:gd name="connsiteX23" fmla="*/ 2130063 w 4960548"/>
                <a:gd name="connsiteY23" fmla="*/ 3254774 h 3526297"/>
                <a:gd name="connsiteX24" fmla="*/ 2182719 w 4960548"/>
                <a:gd name="connsiteY24" fmla="*/ 3258562 h 3526297"/>
                <a:gd name="connsiteX25" fmla="*/ 2235551 w 4960548"/>
                <a:gd name="connsiteY25" fmla="*/ 3261197 h 3526297"/>
                <a:gd name="connsiteX26" fmla="*/ 2288556 w 4960548"/>
                <a:gd name="connsiteY26" fmla="*/ 3262350 h 3526297"/>
                <a:gd name="connsiteX27" fmla="*/ 2341648 w 4960548"/>
                <a:gd name="connsiteY27" fmla="*/ 3262103 h 3526297"/>
                <a:gd name="connsiteX28" fmla="*/ 2368238 w 4960548"/>
                <a:gd name="connsiteY28" fmla="*/ 3261856 h 3526297"/>
                <a:gd name="connsiteX29" fmla="*/ 2393869 w 4960548"/>
                <a:gd name="connsiteY29" fmla="*/ 3260785 h 3526297"/>
                <a:gd name="connsiteX30" fmla="*/ 2419413 w 4960548"/>
                <a:gd name="connsiteY30" fmla="*/ 3259550 h 3526297"/>
                <a:gd name="connsiteX31" fmla="*/ 2444869 w 4960548"/>
                <a:gd name="connsiteY31" fmla="*/ 3257574 h 3526297"/>
                <a:gd name="connsiteX32" fmla="*/ 2545824 w 4960548"/>
                <a:gd name="connsiteY32" fmla="*/ 3245798 h 3526297"/>
                <a:gd name="connsiteX33" fmla="*/ 2930373 w 4960548"/>
                <a:gd name="connsiteY33" fmla="*/ 3126555 h 3526297"/>
                <a:gd name="connsiteX34" fmla="*/ 3285631 w 4960548"/>
                <a:gd name="connsiteY34" fmla="*/ 2917552 h 3526297"/>
                <a:gd name="connsiteX35" fmla="*/ 3371764 w 4960548"/>
                <a:gd name="connsiteY35" fmla="*/ 2856120 h 3526297"/>
                <a:gd name="connsiteX36" fmla="*/ 3457898 w 4960548"/>
                <a:gd name="connsiteY36" fmla="*/ 2792628 h 3526297"/>
                <a:gd name="connsiteX37" fmla="*/ 3632344 w 4960548"/>
                <a:gd name="connsiteY37" fmla="*/ 2660869 h 3526297"/>
                <a:gd name="connsiteX38" fmla="*/ 3990915 w 4960548"/>
                <a:gd name="connsiteY38" fmla="*/ 2405832 h 3526297"/>
                <a:gd name="connsiteX39" fmla="*/ 4324988 w 4960548"/>
                <a:gd name="connsiteY39" fmla="*/ 2152196 h 3526297"/>
                <a:gd name="connsiteX40" fmla="*/ 4592106 w 4960548"/>
                <a:gd name="connsiteY40" fmla="*/ 1861501 h 3526297"/>
                <a:gd name="connsiteX41" fmla="*/ 4683122 w 4960548"/>
                <a:gd name="connsiteY41" fmla="*/ 1692521 h 3526297"/>
                <a:gd name="connsiteX42" fmla="*/ 4738568 w 4960548"/>
                <a:gd name="connsiteY42" fmla="*/ 1507893 h 3526297"/>
                <a:gd name="connsiteX43" fmla="*/ 4753912 w 4960548"/>
                <a:gd name="connsiteY43" fmla="*/ 1411050 h 3526297"/>
                <a:gd name="connsiteX44" fmla="*/ 4756440 w 4960548"/>
                <a:gd name="connsiteY44" fmla="*/ 1386509 h 3526297"/>
                <a:gd name="connsiteX45" fmla="*/ 4758358 w 4960548"/>
                <a:gd name="connsiteY45" fmla="*/ 1361475 h 3526297"/>
                <a:gd name="connsiteX46" fmla="*/ 4761148 w 4960548"/>
                <a:gd name="connsiteY46" fmla="*/ 1309759 h 3526297"/>
                <a:gd name="connsiteX47" fmla="*/ 4756354 w 4960548"/>
                <a:gd name="connsiteY47" fmla="*/ 1102980 h 3526297"/>
                <a:gd name="connsiteX48" fmla="*/ 4725578 w 4960548"/>
                <a:gd name="connsiteY48" fmla="*/ 898753 h 3526297"/>
                <a:gd name="connsiteX49" fmla="*/ 4673358 w 4960548"/>
                <a:gd name="connsiteY49" fmla="*/ 699384 h 3526297"/>
                <a:gd name="connsiteX50" fmla="*/ 4538491 w 4960548"/>
                <a:gd name="connsiteY50" fmla="*/ 312754 h 3526297"/>
                <a:gd name="connsiteX51" fmla="*/ 4446604 w 4960548"/>
                <a:gd name="connsiteY51" fmla="*/ 129196 h 3526297"/>
                <a:gd name="connsiteX52" fmla="*/ 4419840 w 4960548"/>
                <a:gd name="connsiteY52" fmla="*/ 85222 h 3526297"/>
                <a:gd name="connsiteX53" fmla="*/ 4391680 w 4960548"/>
                <a:gd name="connsiteY53" fmla="*/ 42071 h 3526297"/>
                <a:gd name="connsiteX54" fmla="*/ 4361930 w 4960548"/>
                <a:gd name="connsiteY54" fmla="*/ 0 h 3526297"/>
                <a:gd name="connsiteX55" fmla="*/ 4588871 w 4960548"/>
                <a:gd name="connsiteY55" fmla="*/ 0 h 3526297"/>
                <a:gd name="connsiteX56" fmla="*/ 4613640 w 4960548"/>
                <a:gd name="connsiteY56" fmla="*/ 38859 h 3526297"/>
                <a:gd name="connsiteX57" fmla="*/ 4724445 w 4960548"/>
                <a:gd name="connsiteY57" fmla="*/ 234687 h 3526297"/>
                <a:gd name="connsiteX58" fmla="*/ 4876138 w 4960548"/>
                <a:gd name="connsiteY58" fmla="*/ 653022 h 3526297"/>
                <a:gd name="connsiteX59" fmla="*/ 4911707 w 4960548"/>
                <a:gd name="connsiteY59" fmla="*/ 870671 h 3526297"/>
                <a:gd name="connsiteX60" fmla="*/ 4934810 w 4960548"/>
                <a:gd name="connsiteY60" fmla="*/ 1088487 h 3526297"/>
                <a:gd name="connsiteX61" fmla="*/ 4953206 w 4960548"/>
                <a:gd name="connsiteY61" fmla="*/ 1306301 h 3526297"/>
                <a:gd name="connsiteX62" fmla="*/ 4956954 w 4960548"/>
                <a:gd name="connsiteY62" fmla="*/ 1360899 h 3526297"/>
                <a:gd name="connsiteX63" fmla="*/ 4958610 w 4960548"/>
                <a:gd name="connsiteY63" fmla="*/ 1388980 h 3526297"/>
                <a:gd name="connsiteX64" fmla="*/ 4959830 w 4960548"/>
                <a:gd name="connsiteY64" fmla="*/ 1417555 h 3526297"/>
                <a:gd name="connsiteX65" fmla="*/ 4958174 w 4960548"/>
                <a:gd name="connsiteY65" fmla="*/ 1532680 h 3526297"/>
                <a:gd name="connsiteX66" fmla="*/ 4834030 w 4960548"/>
                <a:gd name="connsiteY66" fmla="*/ 1984861 h 3526297"/>
                <a:gd name="connsiteX67" fmla="*/ 4558106 w 4960548"/>
                <a:gd name="connsiteY67" fmla="*/ 2368857 h 3526297"/>
                <a:gd name="connsiteX68" fmla="*/ 4389936 w 4960548"/>
                <a:gd name="connsiteY68" fmla="*/ 2528945 h 3526297"/>
                <a:gd name="connsiteX69" fmla="*/ 4214618 w 4960548"/>
                <a:gd name="connsiteY69" fmla="*/ 2674457 h 3526297"/>
                <a:gd name="connsiteX70" fmla="*/ 3858489 w 4960548"/>
                <a:gd name="connsiteY70" fmla="*/ 2936658 h 3526297"/>
                <a:gd name="connsiteX71" fmla="*/ 3768868 w 4960548"/>
                <a:gd name="connsiteY71" fmla="*/ 3000643 h 3526297"/>
                <a:gd name="connsiteX72" fmla="*/ 3676806 w 4960548"/>
                <a:gd name="connsiteY72" fmla="*/ 3065040 h 3526297"/>
                <a:gd name="connsiteX73" fmla="*/ 3582477 w 4960548"/>
                <a:gd name="connsiteY73" fmla="*/ 3128614 h 3526297"/>
                <a:gd name="connsiteX74" fmla="*/ 3485185 w 4960548"/>
                <a:gd name="connsiteY74" fmla="*/ 3190377 h 3526297"/>
                <a:gd name="connsiteX75" fmla="*/ 3280923 w 4960548"/>
                <a:gd name="connsiteY75" fmla="*/ 3306325 h 3526297"/>
                <a:gd name="connsiteX76" fmla="*/ 3061230 w 4960548"/>
                <a:gd name="connsiteY76" fmla="*/ 3404897 h 3526297"/>
                <a:gd name="connsiteX77" fmla="*/ 2583137 w 4960548"/>
                <a:gd name="connsiteY77" fmla="*/ 3518292 h 3526297"/>
                <a:gd name="connsiteX78" fmla="*/ 2460038 w 4960548"/>
                <a:gd name="connsiteY78" fmla="*/ 3525622 h 3526297"/>
                <a:gd name="connsiteX79" fmla="*/ 2429264 w 4960548"/>
                <a:gd name="connsiteY79" fmla="*/ 3526280 h 3526297"/>
                <a:gd name="connsiteX80" fmla="*/ 2398576 w 4960548"/>
                <a:gd name="connsiteY80" fmla="*/ 3526116 h 3526297"/>
                <a:gd name="connsiteX81" fmla="*/ 2367977 w 4960548"/>
                <a:gd name="connsiteY81" fmla="*/ 3525786 h 3526297"/>
                <a:gd name="connsiteX82" fmla="*/ 2338249 w 4960548"/>
                <a:gd name="connsiteY82" fmla="*/ 3524716 h 3526297"/>
                <a:gd name="connsiteX83" fmla="*/ 2100770 w 4960548"/>
                <a:gd name="connsiteY83" fmla="*/ 3506845 h 3526297"/>
                <a:gd name="connsiteX84" fmla="*/ 1864776 w 4960548"/>
                <a:gd name="connsiteY84" fmla="*/ 3467483 h 3526297"/>
                <a:gd name="connsiteX85" fmla="*/ 1632964 w 4960548"/>
                <a:gd name="connsiteY85" fmla="*/ 3405803 h 3526297"/>
                <a:gd name="connsiteX86" fmla="*/ 1189219 w 4960548"/>
                <a:gd name="connsiteY86" fmla="*/ 3220352 h 3526297"/>
                <a:gd name="connsiteX87" fmla="*/ 815305 w 4960548"/>
                <a:gd name="connsiteY87" fmla="*/ 2931634 h 3526297"/>
                <a:gd name="connsiteX88" fmla="*/ 663699 w 4960548"/>
                <a:gd name="connsiteY88" fmla="*/ 2757877 h 3526297"/>
                <a:gd name="connsiteX89" fmla="*/ 531274 w 4960548"/>
                <a:gd name="connsiteY89" fmla="*/ 2573907 h 3526297"/>
                <a:gd name="connsiteX90" fmla="*/ 500325 w 4960548"/>
                <a:gd name="connsiteY90" fmla="*/ 2527051 h 3526297"/>
                <a:gd name="connsiteX91" fmla="*/ 470771 w 4960548"/>
                <a:gd name="connsiteY91" fmla="*/ 2481594 h 3526297"/>
                <a:gd name="connsiteX92" fmla="*/ 412448 w 4960548"/>
                <a:gd name="connsiteY92" fmla="*/ 2393479 h 3526297"/>
                <a:gd name="connsiteX93" fmla="*/ 291616 w 4960548"/>
                <a:gd name="connsiteY93" fmla="*/ 2213464 h 3526297"/>
                <a:gd name="connsiteX94" fmla="*/ 173662 w 4960548"/>
                <a:gd name="connsiteY94" fmla="*/ 2023154 h 3526297"/>
                <a:gd name="connsiteX95" fmla="*/ 120483 w 4960548"/>
                <a:gd name="connsiteY95" fmla="*/ 1922276 h 3526297"/>
                <a:gd name="connsiteX96" fmla="*/ 75324 w 4960548"/>
                <a:gd name="connsiteY96" fmla="*/ 1816703 h 3526297"/>
                <a:gd name="connsiteX97" fmla="*/ 40713 w 4960548"/>
                <a:gd name="connsiteY97" fmla="*/ 1707179 h 3526297"/>
                <a:gd name="connsiteX98" fmla="*/ 27811 w 4960548"/>
                <a:gd name="connsiteY98" fmla="*/ 1651346 h 3526297"/>
                <a:gd name="connsiteX99" fmla="*/ 22144 w 4960548"/>
                <a:gd name="connsiteY99" fmla="*/ 1623346 h 3526297"/>
                <a:gd name="connsiteX100" fmla="*/ 17436 w 4960548"/>
                <a:gd name="connsiteY100" fmla="*/ 1595265 h 3526297"/>
                <a:gd name="connsiteX101" fmla="*/ 0 w 4960548"/>
                <a:gd name="connsiteY101" fmla="*/ 1370286 h 3526297"/>
                <a:gd name="connsiteX102" fmla="*/ 48385 w 4960548"/>
                <a:gd name="connsiteY102" fmla="*/ 931939 h 3526297"/>
                <a:gd name="connsiteX103" fmla="*/ 193801 w 4960548"/>
                <a:gd name="connsiteY103" fmla="*/ 511957 h 3526297"/>
                <a:gd name="connsiteX104" fmla="*/ 431660 w 4960548"/>
                <a:gd name="connsiteY104" fmla="*/ 131379 h 35262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4960548" h="3526297">
                  <a:moveTo>
                    <a:pt x="542883" y="0"/>
                  </a:moveTo>
                  <a:lnTo>
                    <a:pt x="826658" y="0"/>
                  </a:lnTo>
                  <a:lnTo>
                    <a:pt x="730698" y="89329"/>
                  </a:lnTo>
                  <a:cubicBezTo>
                    <a:pt x="681528" y="139120"/>
                    <a:pt x="634626" y="190876"/>
                    <a:pt x="590295" y="244485"/>
                  </a:cubicBezTo>
                  <a:cubicBezTo>
                    <a:pt x="501458" y="351540"/>
                    <a:pt x="423083" y="466336"/>
                    <a:pt x="357524" y="587307"/>
                  </a:cubicBezTo>
                  <a:cubicBezTo>
                    <a:pt x="291965" y="708196"/>
                    <a:pt x="237391" y="834767"/>
                    <a:pt x="199554" y="966280"/>
                  </a:cubicBezTo>
                  <a:cubicBezTo>
                    <a:pt x="161632" y="1097463"/>
                    <a:pt x="142016" y="1233833"/>
                    <a:pt x="142104" y="1370286"/>
                  </a:cubicBezTo>
                  <a:cubicBezTo>
                    <a:pt x="142888" y="1437319"/>
                    <a:pt x="149862" y="1503858"/>
                    <a:pt x="166339" y="1568090"/>
                  </a:cubicBezTo>
                  <a:cubicBezTo>
                    <a:pt x="182555" y="1632405"/>
                    <a:pt x="207750" y="1693921"/>
                    <a:pt x="237914" y="1753129"/>
                  </a:cubicBezTo>
                  <a:cubicBezTo>
                    <a:pt x="253170" y="1782693"/>
                    <a:pt x="270084" y="1811680"/>
                    <a:pt x="287868" y="1840255"/>
                  </a:cubicBezTo>
                  <a:cubicBezTo>
                    <a:pt x="305914" y="1868748"/>
                    <a:pt x="325181" y="1896830"/>
                    <a:pt x="345232" y="1924581"/>
                  </a:cubicBezTo>
                  <a:cubicBezTo>
                    <a:pt x="385858" y="1979920"/>
                    <a:pt x="431017" y="2033612"/>
                    <a:pt x="477745" y="2087551"/>
                  </a:cubicBezTo>
                  <a:cubicBezTo>
                    <a:pt x="524474" y="2141573"/>
                    <a:pt x="573294" y="2195594"/>
                    <a:pt x="621156" y="2251756"/>
                  </a:cubicBezTo>
                  <a:cubicBezTo>
                    <a:pt x="645130" y="2279755"/>
                    <a:pt x="668843" y="2308412"/>
                    <a:pt x="692469" y="2337482"/>
                  </a:cubicBezTo>
                  <a:lnTo>
                    <a:pt x="726731" y="2379562"/>
                  </a:lnTo>
                  <a:cubicBezTo>
                    <a:pt x="737977" y="2392986"/>
                    <a:pt x="748700" y="2406738"/>
                    <a:pt x="760295" y="2419831"/>
                  </a:cubicBezTo>
                  <a:cubicBezTo>
                    <a:pt x="850788" y="2526392"/>
                    <a:pt x="948952" y="2624470"/>
                    <a:pt x="1048685" y="2717443"/>
                  </a:cubicBezTo>
                  <a:cubicBezTo>
                    <a:pt x="1098814" y="2763724"/>
                    <a:pt x="1149814" y="2808439"/>
                    <a:pt x="1202035" y="2851344"/>
                  </a:cubicBezTo>
                  <a:cubicBezTo>
                    <a:pt x="1254256" y="2894248"/>
                    <a:pt x="1307435" y="2935752"/>
                    <a:pt x="1362620" y="2974785"/>
                  </a:cubicBezTo>
                  <a:cubicBezTo>
                    <a:pt x="1472554" y="3053017"/>
                    <a:pt x="1591118" y="3122932"/>
                    <a:pt x="1721364" y="3170036"/>
                  </a:cubicBezTo>
                  <a:cubicBezTo>
                    <a:pt x="1786314" y="3193588"/>
                    <a:pt x="1853617" y="3211622"/>
                    <a:pt x="1922052" y="3225210"/>
                  </a:cubicBezTo>
                  <a:cubicBezTo>
                    <a:pt x="1939227" y="3228422"/>
                    <a:pt x="1956227" y="3232128"/>
                    <a:pt x="1973488" y="3234928"/>
                  </a:cubicBezTo>
                  <a:lnTo>
                    <a:pt x="2025360" y="3243080"/>
                  </a:lnTo>
                  <a:cubicBezTo>
                    <a:pt x="2060145" y="3247445"/>
                    <a:pt x="2094930" y="3252056"/>
                    <a:pt x="2130063" y="3254774"/>
                  </a:cubicBezTo>
                  <a:cubicBezTo>
                    <a:pt x="2147587" y="3256338"/>
                    <a:pt x="2165109" y="3257821"/>
                    <a:pt x="2182719" y="3258562"/>
                  </a:cubicBezTo>
                  <a:cubicBezTo>
                    <a:pt x="2200330" y="3259385"/>
                    <a:pt x="2217853" y="3260703"/>
                    <a:pt x="2235551" y="3261197"/>
                  </a:cubicBezTo>
                  <a:lnTo>
                    <a:pt x="2288556" y="3262350"/>
                  </a:lnTo>
                  <a:cubicBezTo>
                    <a:pt x="2306166" y="3262761"/>
                    <a:pt x="2323951" y="3262185"/>
                    <a:pt x="2341648" y="3262103"/>
                  </a:cubicBezTo>
                  <a:lnTo>
                    <a:pt x="2368238" y="3261856"/>
                  </a:lnTo>
                  <a:cubicBezTo>
                    <a:pt x="2376869" y="3261609"/>
                    <a:pt x="2385325" y="3261115"/>
                    <a:pt x="2393869" y="3260785"/>
                  </a:cubicBezTo>
                  <a:cubicBezTo>
                    <a:pt x="2402412" y="3260373"/>
                    <a:pt x="2410956" y="3260127"/>
                    <a:pt x="2419413" y="3259550"/>
                  </a:cubicBezTo>
                  <a:lnTo>
                    <a:pt x="2444869" y="3257574"/>
                  </a:lnTo>
                  <a:cubicBezTo>
                    <a:pt x="2478782" y="3255021"/>
                    <a:pt x="2512434" y="3250739"/>
                    <a:pt x="2545824" y="3245798"/>
                  </a:cubicBezTo>
                  <a:cubicBezTo>
                    <a:pt x="2679470" y="3224881"/>
                    <a:pt x="2807973" y="3183954"/>
                    <a:pt x="2930373" y="3126555"/>
                  </a:cubicBezTo>
                  <a:cubicBezTo>
                    <a:pt x="3053210" y="3069817"/>
                    <a:pt x="3170118" y="2997184"/>
                    <a:pt x="3285631" y="2917552"/>
                  </a:cubicBezTo>
                  <a:cubicBezTo>
                    <a:pt x="3314487" y="2897706"/>
                    <a:pt x="3343169" y="2876954"/>
                    <a:pt x="3371764" y="2856120"/>
                  </a:cubicBezTo>
                  <a:cubicBezTo>
                    <a:pt x="3400534" y="2835285"/>
                    <a:pt x="3429216" y="2814121"/>
                    <a:pt x="3457898" y="2792628"/>
                  </a:cubicBezTo>
                  <a:lnTo>
                    <a:pt x="3632344" y="2660869"/>
                  </a:lnTo>
                  <a:cubicBezTo>
                    <a:pt x="3752043" y="2571190"/>
                    <a:pt x="3872873" y="2487687"/>
                    <a:pt x="3990915" y="2405832"/>
                  </a:cubicBezTo>
                  <a:cubicBezTo>
                    <a:pt x="4108869" y="2323976"/>
                    <a:pt x="4222378" y="2241297"/>
                    <a:pt x="4324988" y="2152196"/>
                  </a:cubicBezTo>
                  <a:cubicBezTo>
                    <a:pt x="4427598" y="2063258"/>
                    <a:pt x="4520270" y="1968474"/>
                    <a:pt x="4592106" y="1861501"/>
                  </a:cubicBezTo>
                  <a:cubicBezTo>
                    <a:pt x="4628024" y="1808057"/>
                    <a:pt x="4658712" y="1751730"/>
                    <a:pt x="4683122" y="1692521"/>
                  </a:cubicBezTo>
                  <a:cubicBezTo>
                    <a:pt x="4707706" y="1633393"/>
                    <a:pt x="4725404" y="1571467"/>
                    <a:pt x="4738568" y="1507893"/>
                  </a:cubicBezTo>
                  <a:cubicBezTo>
                    <a:pt x="4745106" y="1476106"/>
                    <a:pt x="4750338" y="1443742"/>
                    <a:pt x="4753912" y="1411050"/>
                  </a:cubicBezTo>
                  <a:cubicBezTo>
                    <a:pt x="4754958" y="1402897"/>
                    <a:pt x="4755656" y="1394662"/>
                    <a:pt x="4756440" y="1386509"/>
                  </a:cubicBezTo>
                  <a:cubicBezTo>
                    <a:pt x="4757138" y="1378274"/>
                    <a:pt x="4758010" y="1370204"/>
                    <a:pt x="4758358" y="1361475"/>
                  </a:cubicBezTo>
                  <a:lnTo>
                    <a:pt x="4761148" y="1309759"/>
                  </a:lnTo>
                  <a:cubicBezTo>
                    <a:pt x="4763676" y="1240751"/>
                    <a:pt x="4762106" y="1171659"/>
                    <a:pt x="4756354" y="1102980"/>
                  </a:cubicBezTo>
                  <a:cubicBezTo>
                    <a:pt x="4750774" y="1034218"/>
                    <a:pt x="4740050" y="966033"/>
                    <a:pt x="4725578" y="898753"/>
                  </a:cubicBezTo>
                  <a:cubicBezTo>
                    <a:pt x="4710932" y="831473"/>
                    <a:pt x="4692624" y="765100"/>
                    <a:pt x="4673358" y="699384"/>
                  </a:cubicBezTo>
                  <a:cubicBezTo>
                    <a:pt x="4634912" y="568037"/>
                    <a:pt x="4592456" y="438419"/>
                    <a:pt x="4538491" y="312754"/>
                  </a:cubicBezTo>
                  <a:cubicBezTo>
                    <a:pt x="4511464" y="250003"/>
                    <a:pt x="4481301" y="188406"/>
                    <a:pt x="4446604" y="129196"/>
                  </a:cubicBezTo>
                  <a:cubicBezTo>
                    <a:pt x="4438147" y="114291"/>
                    <a:pt x="4428819" y="99798"/>
                    <a:pt x="4419840" y="85222"/>
                  </a:cubicBezTo>
                  <a:cubicBezTo>
                    <a:pt x="4410598" y="70728"/>
                    <a:pt x="4401008" y="56482"/>
                    <a:pt x="4391680" y="42071"/>
                  </a:cubicBezTo>
                  <a:lnTo>
                    <a:pt x="4361930" y="0"/>
                  </a:lnTo>
                  <a:lnTo>
                    <a:pt x="4588871" y="0"/>
                  </a:lnTo>
                  <a:lnTo>
                    <a:pt x="4613640" y="38859"/>
                  </a:lnTo>
                  <a:cubicBezTo>
                    <a:pt x="4653306" y="102762"/>
                    <a:pt x="4690706" y="167901"/>
                    <a:pt x="4724445" y="234687"/>
                  </a:cubicBezTo>
                  <a:cubicBezTo>
                    <a:pt x="4792096" y="368257"/>
                    <a:pt x="4844230" y="508828"/>
                    <a:pt x="4876138" y="653022"/>
                  </a:cubicBezTo>
                  <a:cubicBezTo>
                    <a:pt x="4892005" y="725161"/>
                    <a:pt x="4903077" y="797874"/>
                    <a:pt x="4911707" y="870671"/>
                  </a:cubicBezTo>
                  <a:cubicBezTo>
                    <a:pt x="4920513" y="943386"/>
                    <a:pt x="4927574" y="1016019"/>
                    <a:pt x="4934810" y="1088487"/>
                  </a:cubicBezTo>
                  <a:cubicBezTo>
                    <a:pt x="4941697" y="1161036"/>
                    <a:pt x="4947799" y="1233586"/>
                    <a:pt x="4953206" y="1306301"/>
                  </a:cubicBezTo>
                  <a:lnTo>
                    <a:pt x="4956954" y="1360899"/>
                  </a:lnTo>
                  <a:cubicBezTo>
                    <a:pt x="4957651" y="1369875"/>
                    <a:pt x="4958087" y="1379510"/>
                    <a:pt x="4958610" y="1388980"/>
                  </a:cubicBezTo>
                  <a:cubicBezTo>
                    <a:pt x="4959133" y="1398450"/>
                    <a:pt x="4959656" y="1408003"/>
                    <a:pt x="4959830" y="1417555"/>
                  </a:cubicBezTo>
                  <a:cubicBezTo>
                    <a:pt x="4961138" y="1455683"/>
                    <a:pt x="4960702" y="1494140"/>
                    <a:pt x="4958174" y="1532680"/>
                  </a:cubicBezTo>
                  <a:cubicBezTo>
                    <a:pt x="4948760" y="1686920"/>
                    <a:pt x="4904908" y="1842314"/>
                    <a:pt x="4834030" y="1984861"/>
                  </a:cubicBezTo>
                  <a:cubicBezTo>
                    <a:pt x="4763328" y="2127820"/>
                    <a:pt x="4665860" y="2256121"/>
                    <a:pt x="4558106" y="2368857"/>
                  </a:cubicBezTo>
                  <a:cubicBezTo>
                    <a:pt x="4504230" y="2425432"/>
                    <a:pt x="4447650" y="2478465"/>
                    <a:pt x="4389936" y="2528945"/>
                  </a:cubicBezTo>
                  <a:cubicBezTo>
                    <a:pt x="4332223" y="2579425"/>
                    <a:pt x="4273726" y="2628011"/>
                    <a:pt x="4214618" y="2674457"/>
                  </a:cubicBezTo>
                  <a:cubicBezTo>
                    <a:pt x="4096664" y="2767759"/>
                    <a:pt x="3976094" y="2852826"/>
                    <a:pt x="3858489" y="2936658"/>
                  </a:cubicBezTo>
                  <a:lnTo>
                    <a:pt x="3768868" y="3000643"/>
                  </a:lnTo>
                  <a:cubicBezTo>
                    <a:pt x="3738530" y="3022136"/>
                    <a:pt x="3707929" y="3043794"/>
                    <a:pt x="3676806" y="3065040"/>
                  </a:cubicBezTo>
                  <a:cubicBezTo>
                    <a:pt x="3645770" y="3086369"/>
                    <a:pt x="3614386" y="3107615"/>
                    <a:pt x="3582477" y="3128614"/>
                  </a:cubicBezTo>
                  <a:cubicBezTo>
                    <a:pt x="3550483" y="3149449"/>
                    <a:pt x="3518226" y="3170118"/>
                    <a:pt x="3485185" y="3190377"/>
                  </a:cubicBezTo>
                  <a:cubicBezTo>
                    <a:pt x="3419452" y="3230975"/>
                    <a:pt x="3351625" y="3270338"/>
                    <a:pt x="3280923" y="3306325"/>
                  </a:cubicBezTo>
                  <a:cubicBezTo>
                    <a:pt x="3210307" y="3342476"/>
                    <a:pt x="3137251" y="3376074"/>
                    <a:pt x="3061230" y="3404897"/>
                  </a:cubicBezTo>
                  <a:cubicBezTo>
                    <a:pt x="2909886" y="3463366"/>
                    <a:pt x="2747295" y="3502810"/>
                    <a:pt x="2583137" y="3518292"/>
                  </a:cubicBezTo>
                  <a:cubicBezTo>
                    <a:pt x="2542075" y="3521999"/>
                    <a:pt x="2501013" y="3524798"/>
                    <a:pt x="2460038" y="3525622"/>
                  </a:cubicBezTo>
                  <a:lnTo>
                    <a:pt x="2429264" y="3526280"/>
                  </a:lnTo>
                  <a:cubicBezTo>
                    <a:pt x="2419064" y="3526363"/>
                    <a:pt x="2408777" y="3526116"/>
                    <a:pt x="2398576" y="3526116"/>
                  </a:cubicBezTo>
                  <a:lnTo>
                    <a:pt x="2367977" y="3525786"/>
                  </a:lnTo>
                  <a:lnTo>
                    <a:pt x="2338249" y="3524716"/>
                  </a:lnTo>
                  <a:cubicBezTo>
                    <a:pt x="2259089" y="3522327"/>
                    <a:pt x="2179756" y="3516399"/>
                    <a:pt x="2100770" y="3506845"/>
                  </a:cubicBezTo>
                  <a:cubicBezTo>
                    <a:pt x="2021699" y="3497787"/>
                    <a:pt x="1942801" y="3484776"/>
                    <a:pt x="1864776" y="3467483"/>
                  </a:cubicBezTo>
                  <a:cubicBezTo>
                    <a:pt x="1786836" y="3450025"/>
                    <a:pt x="1709508" y="3429355"/>
                    <a:pt x="1632964" y="3405803"/>
                  </a:cubicBezTo>
                  <a:cubicBezTo>
                    <a:pt x="1480138" y="3358288"/>
                    <a:pt x="1329055" y="3299160"/>
                    <a:pt x="1189219" y="3220352"/>
                  </a:cubicBezTo>
                  <a:cubicBezTo>
                    <a:pt x="1049296" y="3141708"/>
                    <a:pt x="924367" y="3041982"/>
                    <a:pt x="815305" y="2931634"/>
                  </a:cubicBezTo>
                  <a:cubicBezTo>
                    <a:pt x="760469" y="2876542"/>
                    <a:pt x="710603" y="2817909"/>
                    <a:pt x="663699" y="2757877"/>
                  </a:cubicBezTo>
                  <a:cubicBezTo>
                    <a:pt x="617059" y="2697597"/>
                    <a:pt x="572684" y="2636411"/>
                    <a:pt x="531274" y="2573907"/>
                  </a:cubicBezTo>
                  <a:cubicBezTo>
                    <a:pt x="520638" y="2558426"/>
                    <a:pt x="510612" y="2542697"/>
                    <a:pt x="500325" y="2527051"/>
                  </a:cubicBezTo>
                  <a:lnTo>
                    <a:pt x="470771" y="2481594"/>
                  </a:lnTo>
                  <a:cubicBezTo>
                    <a:pt x="451853" y="2452195"/>
                    <a:pt x="432238" y="2423043"/>
                    <a:pt x="412448" y="2393479"/>
                  </a:cubicBezTo>
                  <a:lnTo>
                    <a:pt x="291616" y="2213464"/>
                  </a:lnTo>
                  <a:cubicBezTo>
                    <a:pt x="251078" y="2152113"/>
                    <a:pt x="211062" y="2088951"/>
                    <a:pt x="173662" y="2023154"/>
                  </a:cubicBezTo>
                  <a:cubicBezTo>
                    <a:pt x="155005" y="1990214"/>
                    <a:pt x="136960" y="1956697"/>
                    <a:pt x="120483" y="1922276"/>
                  </a:cubicBezTo>
                  <a:cubicBezTo>
                    <a:pt x="104093" y="1887771"/>
                    <a:pt x="88837" y="1852608"/>
                    <a:pt x="75324" y="1816703"/>
                  </a:cubicBezTo>
                  <a:cubicBezTo>
                    <a:pt x="62072" y="1780717"/>
                    <a:pt x="50303" y="1744235"/>
                    <a:pt x="40713" y="1707179"/>
                  </a:cubicBezTo>
                  <a:cubicBezTo>
                    <a:pt x="36180" y="1688650"/>
                    <a:pt x="31560" y="1670039"/>
                    <a:pt x="27811" y="1651346"/>
                  </a:cubicBezTo>
                  <a:lnTo>
                    <a:pt x="22144" y="1623346"/>
                  </a:lnTo>
                  <a:lnTo>
                    <a:pt x="17436" y="1595265"/>
                  </a:lnTo>
                  <a:cubicBezTo>
                    <a:pt x="5144" y="1520328"/>
                    <a:pt x="0" y="1444978"/>
                    <a:pt x="0" y="1370286"/>
                  </a:cubicBezTo>
                  <a:cubicBezTo>
                    <a:pt x="349" y="1223293"/>
                    <a:pt x="16652" y="1076299"/>
                    <a:pt x="48385" y="931939"/>
                  </a:cubicBezTo>
                  <a:cubicBezTo>
                    <a:pt x="80032" y="787663"/>
                    <a:pt x="128504" y="646187"/>
                    <a:pt x="193801" y="511957"/>
                  </a:cubicBezTo>
                  <a:cubicBezTo>
                    <a:pt x="259404" y="377727"/>
                    <a:pt x="339740" y="250559"/>
                    <a:pt x="431660" y="13137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454" name="Freeform: Shape 17453">
              <a:extLst>
                <a:ext uri="{FF2B5EF4-FFF2-40B4-BE49-F238E27FC236}">
                  <a16:creationId xmlns:a16="http://schemas.microsoft.com/office/drawing/2014/main" id="{EB03BE98-6C07-41CD-ACA9-5244A3DA10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61928" y="0"/>
              <a:ext cx="4934374" cy="3484134"/>
            </a:xfrm>
            <a:custGeom>
              <a:avLst/>
              <a:gdLst>
                <a:gd name="connsiteX0" fmla="*/ 585303 w 4934374"/>
                <a:gd name="connsiteY0" fmla="*/ 0 h 3484134"/>
                <a:gd name="connsiteX1" fmla="*/ 1213739 w 4934374"/>
                <a:gd name="connsiteY1" fmla="*/ 0 h 3484134"/>
                <a:gd name="connsiteX2" fmla="*/ 1150162 w 4934374"/>
                <a:gd name="connsiteY2" fmla="*/ 47028 h 3484134"/>
                <a:gd name="connsiteX3" fmla="*/ 626038 w 4934374"/>
                <a:gd name="connsiteY3" fmla="*/ 660944 h 3484134"/>
                <a:gd name="connsiteX4" fmla="*/ 435986 w 4934374"/>
                <a:gd name="connsiteY4" fmla="*/ 1375409 h 3484134"/>
                <a:gd name="connsiteX5" fmla="*/ 750530 w 4934374"/>
                <a:gd name="connsiteY5" fmla="*/ 2038817 h 3484134"/>
                <a:gd name="connsiteX6" fmla="*/ 909024 w 4934374"/>
                <a:gd name="connsiteY6" fmla="*/ 2249384 h 3484134"/>
                <a:gd name="connsiteX7" fmla="*/ 2396223 w 4934374"/>
                <a:gd name="connsiteY7" fmla="*/ 3072468 h 3484134"/>
                <a:gd name="connsiteX8" fmla="*/ 3525201 w 4934374"/>
                <a:gd name="connsiteY8" fmla="*/ 2566101 h 3484134"/>
                <a:gd name="connsiteX9" fmla="*/ 3662596 w 4934374"/>
                <a:gd name="connsiteY9" fmla="*/ 2465552 h 3484134"/>
                <a:gd name="connsiteX10" fmla="*/ 4287500 w 4934374"/>
                <a:gd name="connsiteY10" fmla="*/ 1939915 h 3484134"/>
                <a:gd name="connsiteX11" fmla="*/ 4498563 w 4934374"/>
                <a:gd name="connsiteY11" fmla="*/ 1375409 h 3484134"/>
                <a:gd name="connsiteX12" fmla="*/ 4132831 w 4934374"/>
                <a:gd name="connsiteY12" fmla="*/ 134540 h 3484134"/>
                <a:gd name="connsiteX13" fmla="*/ 4025590 w 4934374"/>
                <a:gd name="connsiteY13" fmla="*/ 0 h 3484134"/>
                <a:gd name="connsiteX14" fmla="*/ 4555675 w 4934374"/>
                <a:gd name="connsiteY14" fmla="*/ 0 h 3484134"/>
                <a:gd name="connsiteX15" fmla="*/ 4605933 w 4934374"/>
                <a:gd name="connsiteY15" fmla="*/ 77740 h 3484134"/>
                <a:gd name="connsiteX16" fmla="*/ 4934374 w 4934374"/>
                <a:gd name="connsiteY16" fmla="*/ 1375327 h 3484134"/>
                <a:gd name="connsiteX17" fmla="*/ 3793540 w 4934374"/>
                <a:gd name="connsiteY17" fmla="*/ 2890475 h 3484134"/>
                <a:gd name="connsiteX18" fmla="*/ 2396135 w 4934374"/>
                <a:gd name="connsiteY18" fmla="*/ 3484134 h 3484134"/>
                <a:gd name="connsiteX19" fmla="*/ 548273 w 4934374"/>
                <a:gd name="connsiteY19" fmla="*/ 2480458 h 3484134"/>
                <a:gd name="connsiteX20" fmla="*/ 0 w 4934374"/>
                <a:gd name="connsiteY20" fmla="*/ 1375327 h 3484134"/>
                <a:gd name="connsiteX21" fmla="*/ 512166 w 4934374"/>
                <a:gd name="connsiteY21" fmla="*/ 77740 h 34841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934374" h="3484134">
                  <a:moveTo>
                    <a:pt x="585303" y="0"/>
                  </a:moveTo>
                  <a:lnTo>
                    <a:pt x="1213739" y="0"/>
                  </a:lnTo>
                  <a:lnTo>
                    <a:pt x="1150162" y="47028"/>
                  </a:lnTo>
                  <a:cubicBezTo>
                    <a:pt x="925762" y="228608"/>
                    <a:pt x="749397" y="435224"/>
                    <a:pt x="626038" y="660944"/>
                  </a:cubicBezTo>
                  <a:cubicBezTo>
                    <a:pt x="499976" y="891687"/>
                    <a:pt x="435986" y="1132066"/>
                    <a:pt x="435986" y="1375409"/>
                  </a:cubicBezTo>
                  <a:cubicBezTo>
                    <a:pt x="435986" y="1620481"/>
                    <a:pt x="538074" y="1763604"/>
                    <a:pt x="750530" y="2038817"/>
                  </a:cubicBezTo>
                  <a:cubicBezTo>
                    <a:pt x="801792" y="2105190"/>
                    <a:pt x="854797" y="2173870"/>
                    <a:pt x="909024" y="2249384"/>
                  </a:cubicBezTo>
                  <a:cubicBezTo>
                    <a:pt x="1323389" y="2826326"/>
                    <a:pt x="1768180" y="3072468"/>
                    <a:pt x="2396223" y="3072468"/>
                  </a:cubicBezTo>
                  <a:cubicBezTo>
                    <a:pt x="2808409" y="3072468"/>
                    <a:pt x="3110835" y="2871947"/>
                    <a:pt x="3525201" y="2566101"/>
                  </a:cubicBezTo>
                  <a:cubicBezTo>
                    <a:pt x="3571493" y="2531926"/>
                    <a:pt x="3617786" y="2498162"/>
                    <a:pt x="3662596" y="2465552"/>
                  </a:cubicBezTo>
                  <a:cubicBezTo>
                    <a:pt x="3905479" y="2288583"/>
                    <a:pt x="4134849" y="2121414"/>
                    <a:pt x="4287500" y="1939915"/>
                  </a:cubicBezTo>
                  <a:cubicBezTo>
                    <a:pt x="4433440" y="1766404"/>
                    <a:pt x="4498563" y="1592317"/>
                    <a:pt x="4498563" y="1375409"/>
                  </a:cubicBezTo>
                  <a:cubicBezTo>
                    <a:pt x="4498563" y="899696"/>
                    <a:pt x="4369741" y="465973"/>
                    <a:pt x="4132831" y="134540"/>
                  </a:cubicBezTo>
                  <a:lnTo>
                    <a:pt x="4025590" y="0"/>
                  </a:lnTo>
                  <a:lnTo>
                    <a:pt x="4555675" y="0"/>
                  </a:lnTo>
                  <a:lnTo>
                    <a:pt x="4605933" y="77740"/>
                  </a:lnTo>
                  <a:cubicBezTo>
                    <a:pt x="4820335" y="448137"/>
                    <a:pt x="4934374" y="894662"/>
                    <a:pt x="4934374" y="1375327"/>
                  </a:cubicBezTo>
                  <a:cubicBezTo>
                    <a:pt x="4934374" y="2116884"/>
                    <a:pt x="4369100" y="2465635"/>
                    <a:pt x="3793540" y="2890475"/>
                  </a:cubicBezTo>
                  <a:cubicBezTo>
                    <a:pt x="3374293" y="3199945"/>
                    <a:pt x="2970389" y="3484134"/>
                    <a:pt x="2396135" y="3484134"/>
                  </a:cubicBezTo>
                  <a:cubicBezTo>
                    <a:pt x="1544564" y="3484134"/>
                    <a:pt x="991670" y="3097832"/>
                    <a:pt x="548273" y="2480458"/>
                  </a:cubicBezTo>
                  <a:cubicBezTo>
                    <a:pt x="282201" y="2110049"/>
                    <a:pt x="0" y="1856001"/>
                    <a:pt x="0" y="1375327"/>
                  </a:cubicBezTo>
                  <a:cubicBezTo>
                    <a:pt x="0" y="894662"/>
                    <a:pt x="195505" y="448137"/>
                    <a:pt x="512166" y="7774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455" name="Freeform: Shape 17454">
              <a:extLst>
                <a:ext uri="{FF2B5EF4-FFF2-40B4-BE49-F238E27FC236}">
                  <a16:creationId xmlns:a16="http://schemas.microsoft.com/office/drawing/2014/main" id="{D13CCE92-2C5E-48BC-9713-FBEEDBAE61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61928" y="0"/>
              <a:ext cx="4934374" cy="3484134"/>
            </a:xfrm>
            <a:custGeom>
              <a:avLst/>
              <a:gdLst>
                <a:gd name="connsiteX0" fmla="*/ 585303 w 4934374"/>
                <a:gd name="connsiteY0" fmla="*/ 0 h 3484134"/>
                <a:gd name="connsiteX1" fmla="*/ 1354934 w 4934374"/>
                <a:gd name="connsiteY1" fmla="*/ 0 h 3484134"/>
                <a:gd name="connsiteX2" fmla="*/ 1206830 w 4934374"/>
                <a:gd name="connsiteY2" fmla="*/ 109531 h 3484134"/>
                <a:gd name="connsiteX3" fmla="*/ 703453 w 4934374"/>
                <a:gd name="connsiteY3" fmla="*/ 698660 h 3484134"/>
                <a:gd name="connsiteX4" fmla="*/ 523079 w 4934374"/>
                <a:gd name="connsiteY4" fmla="*/ 1375409 h 3484134"/>
                <a:gd name="connsiteX5" fmla="*/ 820885 w 4934374"/>
                <a:gd name="connsiteY5" fmla="*/ 1990313 h 3484134"/>
                <a:gd name="connsiteX6" fmla="*/ 981122 w 4934374"/>
                <a:gd name="connsiteY6" fmla="*/ 2203186 h 3484134"/>
                <a:gd name="connsiteX7" fmla="*/ 1592426 w 4934374"/>
                <a:gd name="connsiteY7" fmla="*/ 2792645 h 3484134"/>
                <a:gd name="connsiteX8" fmla="*/ 2396135 w 4934374"/>
                <a:gd name="connsiteY8" fmla="*/ 2990119 h 3484134"/>
                <a:gd name="connsiteX9" fmla="*/ 2913112 w 4934374"/>
                <a:gd name="connsiteY9" fmla="*/ 2864371 h 3484134"/>
                <a:gd name="connsiteX10" fmla="*/ 3471411 w 4934374"/>
                <a:gd name="connsiteY10" fmla="*/ 2501292 h 3484134"/>
                <a:gd name="connsiteX11" fmla="*/ 3609242 w 4934374"/>
                <a:gd name="connsiteY11" fmla="*/ 2400414 h 3484134"/>
                <a:gd name="connsiteX12" fmla="*/ 4219151 w 4934374"/>
                <a:gd name="connsiteY12" fmla="*/ 1888693 h 3484134"/>
                <a:gd name="connsiteX13" fmla="*/ 4411296 w 4934374"/>
                <a:gd name="connsiteY13" fmla="*/ 1375409 h 3484134"/>
                <a:gd name="connsiteX14" fmla="*/ 3957874 w 4934374"/>
                <a:gd name="connsiteY14" fmla="*/ 51887 h 3484134"/>
                <a:gd name="connsiteX15" fmla="*/ 3906637 w 4934374"/>
                <a:gd name="connsiteY15" fmla="*/ 0 h 3484134"/>
                <a:gd name="connsiteX16" fmla="*/ 4555675 w 4934374"/>
                <a:gd name="connsiteY16" fmla="*/ 0 h 3484134"/>
                <a:gd name="connsiteX17" fmla="*/ 4605933 w 4934374"/>
                <a:gd name="connsiteY17" fmla="*/ 77740 h 3484134"/>
                <a:gd name="connsiteX18" fmla="*/ 4934374 w 4934374"/>
                <a:gd name="connsiteY18" fmla="*/ 1375327 h 3484134"/>
                <a:gd name="connsiteX19" fmla="*/ 3793540 w 4934374"/>
                <a:gd name="connsiteY19" fmla="*/ 2890475 h 3484134"/>
                <a:gd name="connsiteX20" fmla="*/ 2396135 w 4934374"/>
                <a:gd name="connsiteY20" fmla="*/ 3484134 h 3484134"/>
                <a:gd name="connsiteX21" fmla="*/ 548273 w 4934374"/>
                <a:gd name="connsiteY21" fmla="*/ 2480458 h 3484134"/>
                <a:gd name="connsiteX22" fmla="*/ 0 w 4934374"/>
                <a:gd name="connsiteY22" fmla="*/ 1375327 h 3484134"/>
                <a:gd name="connsiteX23" fmla="*/ 512166 w 4934374"/>
                <a:gd name="connsiteY23" fmla="*/ 77740 h 34841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4934374" h="3484134">
                  <a:moveTo>
                    <a:pt x="585303" y="0"/>
                  </a:moveTo>
                  <a:lnTo>
                    <a:pt x="1354934" y="0"/>
                  </a:lnTo>
                  <a:lnTo>
                    <a:pt x="1206830" y="109531"/>
                  </a:lnTo>
                  <a:cubicBezTo>
                    <a:pt x="994024" y="281725"/>
                    <a:pt x="820013" y="485457"/>
                    <a:pt x="703453" y="698660"/>
                  </a:cubicBezTo>
                  <a:cubicBezTo>
                    <a:pt x="583756" y="917627"/>
                    <a:pt x="523079" y="1145324"/>
                    <a:pt x="523079" y="1375409"/>
                  </a:cubicBezTo>
                  <a:cubicBezTo>
                    <a:pt x="523079" y="1595282"/>
                    <a:pt x="614356" y="1722842"/>
                    <a:pt x="820885" y="1990313"/>
                  </a:cubicBezTo>
                  <a:cubicBezTo>
                    <a:pt x="872582" y="2057263"/>
                    <a:pt x="926023" y="2126519"/>
                    <a:pt x="981122" y="2203186"/>
                  </a:cubicBezTo>
                  <a:cubicBezTo>
                    <a:pt x="1175968" y="2474445"/>
                    <a:pt x="1375871" y="2667309"/>
                    <a:pt x="1592426" y="2792645"/>
                  </a:cubicBezTo>
                  <a:cubicBezTo>
                    <a:pt x="1821970" y="2925557"/>
                    <a:pt x="2084904" y="2990119"/>
                    <a:pt x="2396135" y="2990119"/>
                  </a:cubicBezTo>
                  <a:cubicBezTo>
                    <a:pt x="2572762" y="2990119"/>
                    <a:pt x="2737009" y="2950179"/>
                    <a:pt x="2913112" y="2864371"/>
                  </a:cubicBezTo>
                  <a:cubicBezTo>
                    <a:pt x="3093922" y="2776257"/>
                    <a:pt x="3272903" y="2647792"/>
                    <a:pt x="3471411" y="2501292"/>
                  </a:cubicBezTo>
                  <a:cubicBezTo>
                    <a:pt x="3517964" y="2466952"/>
                    <a:pt x="3564344" y="2433106"/>
                    <a:pt x="3609242" y="2400414"/>
                  </a:cubicBezTo>
                  <a:cubicBezTo>
                    <a:pt x="3847766" y="2226574"/>
                    <a:pt x="4073038" y="2062368"/>
                    <a:pt x="4219151" y="1888693"/>
                  </a:cubicBezTo>
                  <a:cubicBezTo>
                    <a:pt x="4353844" y="1728606"/>
                    <a:pt x="4411296" y="1575106"/>
                    <a:pt x="4411296" y="1375409"/>
                  </a:cubicBezTo>
                  <a:cubicBezTo>
                    <a:pt x="4411296" y="851089"/>
                    <a:pt x="4250274" y="381038"/>
                    <a:pt x="3957874" y="51887"/>
                  </a:cubicBezTo>
                  <a:lnTo>
                    <a:pt x="3906637" y="0"/>
                  </a:lnTo>
                  <a:lnTo>
                    <a:pt x="4555675" y="0"/>
                  </a:lnTo>
                  <a:lnTo>
                    <a:pt x="4605933" y="77740"/>
                  </a:lnTo>
                  <a:cubicBezTo>
                    <a:pt x="4820335" y="448137"/>
                    <a:pt x="4934374" y="894662"/>
                    <a:pt x="4934374" y="1375327"/>
                  </a:cubicBezTo>
                  <a:cubicBezTo>
                    <a:pt x="4934374" y="2116884"/>
                    <a:pt x="4369100" y="2465635"/>
                    <a:pt x="3793540" y="2890475"/>
                  </a:cubicBezTo>
                  <a:cubicBezTo>
                    <a:pt x="3374293" y="3199945"/>
                    <a:pt x="2970389" y="3484134"/>
                    <a:pt x="2396135" y="3484134"/>
                  </a:cubicBezTo>
                  <a:cubicBezTo>
                    <a:pt x="1544564" y="3484134"/>
                    <a:pt x="991670" y="3097832"/>
                    <a:pt x="548273" y="2480458"/>
                  </a:cubicBezTo>
                  <a:cubicBezTo>
                    <a:pt x="282201" y="2110049"/>
                    <a:pt x="0" y="1856001"/>
                    <a:pt x="0" y="1375327"/>
                  </a:cubicBezTo>
                  <a:cubicBezTo>
                    <a:pt x="0" y="894662"/>
                    <a:pt x="195505" y="448137"/>
                    <a:pt x="512166" y="7774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409" name="Title 1">
            <a:extLst>
              <a:ext uri="{FF2B5EF4-FFF2-40B4-BE49-F238E27FC236}">
                <a16:creationId xmlns:a16="http://schemas.microsoft.com/office/drawing/2014/main" id="{4957C9BB-E1A8-3BC8-88B1-2629F150EC12}"/>
              </a:ext>
            </a:extLst>
          </p:cNvPr>
          <p:cNvSpPr>
            <a:spLocks noGrp="1" noChangeArrowheads="1"/>
          </p:cNvSpPr>
          <p:nvPr>
            <p:ph type="title"/>
          </p:nvPr>
        </p:nvSpPr>
        <p:spPr>
          <a:xfrm>
            <a:off x="804672" y="802955"/>
            <a:ext cx="5145024" cy="1454051"/>
          </a:xfrm>
        </p:spPr>
        <p:txBody>
          <a:bodyPr anchor="b">
            <a:normAutofit/>
          </a:bodyPr>
          <a:lstStyle/>
          <a:p>
            <a:r>
              <a:rPr lang="en-US" altLang="en-US" sz="3600">
                <a:ea typeface="ＭＳ Ｐゴシック" panose="020B0600070205080204" pitchFamily="34" charset="-128"/>
              </a:rPr>
              <a:t>React</a:t>
            </a:r>
          </a:p>
        </p:txBody>
      </p:sp>
      <p:pic>
        <p:nvPicPr>
          <p:cNvPr id="17412" name="Picture 3">
            <a:extLst>
              <a:ext uri="{FF2B5EF4-FFF2-40B4-BE49-F238E27FC236}">
                <a16:creationId xmlns:a16="http://schemas.microsoft.com/office/drawing/2014/main" id="{B6B4BDF3-0A81-E7A3-8B21-BE386A24B56B}"/>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6198853" y="390831"/>
            <a:ext cx="2629372" cy="1479021"/>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411" name="Content Placeholder 2">
            <a:extLst>
              <a:ext uri="{FF2B5EF4-FFF2-40B4-BE49-F238E27FC236}">
                <a16:creationId xmlns:a16="http://schemas.microsoft.com/office/drawing/2014/main" id="{21CE7E0D-4F8F-FBE8-7D48-CE66270CE38C}"/>
              </a:ext>
            </a:extLst>
          </p:cNvPr>
          <p:cNvSpPr>
            <a:spLocks noGrp="1"/>
          </p:cNvSpPr>
          <p:nvPr>
            <p:ph idx="1"/>
          </p:nvPr>
        </p:nvSpPr>
        <p:spPr>
          <a:xfrm>
            <a:off x="804672" y="2421682"/>
            <a:ext cx="4553909" cy="3639289"/>
          </a:xfrm>
        </p:spPr>
        <p:txBody>
          <a:bodyPr anchor="ctr">
            <a:normAutofit/>
          </a:bodyPr>
          <a:lstStyle/>
          <a:p>
            <a:pPr>
              <a:defRPr/>
            </a:pPr>
            <a:r>
              <a:rPr lang="en-US" dirty="0">
                <a:solidFill>
                  <a:schemeClr val="tx2"/>
                </a:solidFill>
                <a:ea typeface="ＭＳ Ｐゴシック" charset="0"/>
                <a:cs typeface="ＭＳ Ｐゴシック" charset="0"/>
              </a:rPr>
              <a:t>A </a:t>
            </a:r>
            <a:r>
              <a:rPr lang="en-US" dirty="0" err="1">
                <a:solidFill>
                  <a:schemeClr val="tx2"/>
                </a:solidFill>
                <a:ea typeface="ＭＳ Ｐゴシック" charset="0"/>
                <a:cs typeface="ＭＳ Ｐゴシック" charset="0"/>
              </a:rPr>
              <a:t>Javascript</a:t>
            </a:r>
            <a:r>
              <a:rPr lang="en-US" dirty="0">
                <a:solidFill>
                  <a:schemeClr val="tx2"/>
                </a:solidFill>
                <a:ea typeface="ＭＳ Ｐゴシック" charset="0"/>
                <a:cs typeface="ＭＳ Ｐゴシック" charset="0"/>
              </a:rPr>
              <a:t> framework for building dynamic Web </a:t>
            </a:r>
            <a:r>
              <a:rPr lang="en-US" b="0" dirty="0">
                <a:solidFill>
                  <a:schemeClr val="tx2"/>
                </a:solidFill>
                <a:ea typeface="ＭＳ Ｐゴシック" charset="0"/>
                <a:cs typeface="ＭＳ Ｐゴシック" charset="0"/>
              </a:rPr>
              <a:t>User Interfaces</a:t>
            </a:r>
            <a:r>
              <a:rPr lang="en-US" dirty="0">
                <a:solidFill>
                  <a:schemeClr val="tx2"/>
                </a:solidFill>
                <a:ea typeface="ＭＳ Ｐゴシック" charset="0"/>
                <a:cs typeface="ＭＳ Ｐゴシック" charset="0"/>
              </a:rPr>
              <a:t>.</a:t>
            </a:r>
          </a:p>
          <a:p>
            <a:pPr lvl="1">
              <a:defRPr/>
            </a:pPr>
            <a:r>
              <a:rPr lang="en-US" dirty="0">
                <a:solidFill>
                  <a:schemeClr val="tx2"/>
                </a:solidFill>
                <a:ea typeface="ＭＳ Ｐゴシック" charset="0"/>
                <a:cs typeface="ＭＳ Ｐゴシック" charset="0"/>
              </a:rPr>
              <a:t>A Single Page Apps technology.</a:t>
            </a:r>
          </a:p>
          <a:p>
            <a:pPr lvl="1">
              <a:defRPr/>
            </a:pPr>
            <a:r>
              <a:rPr lang="en-US" dirty="0">
                <a:solidFill>
                  <a:schemeClr val="tx2"/>
                </a:solidFill>
                <a:ea typeface="ＭＳ Ｐゴシック" charset="0"/>
                <a:cs typeface="ＭＳ Ｐゴシック" charset="0"/>
              </a:rPr>
              <a:t>Open-sourced in 2012.</a:t>
            </a:r>
          </a:p>
          <a:p>
            <a:pPr>
              <a:defRPr/>
            </a:pPr>
            <a:endParaRPr lang="en-US" dirty="0">
              <a:solidFill>
                <a:schemeClr val="tx2"/>
              </a:solidFill>
              <a:ea typeface="ＭＳ Ｐゴシック" charset="0"/>
              <a:cs typeface="ＭＳ Ｐゴシック" charset="0"/>
            </a:endParaRPr>
          </a:p>
          <a:p>
            <a:pPr marL="0" indent="0">
              <a:buNone/>
              <a:defRPr/>
            </a:pPr>
            <a:endParaRPr lang="en-US" dirty="0">
              <a:solidFill>
                <a:schemeClr val="tx2"/>
              </a:solidFill>
              <a:ea typeface="ＭＳ Ｐゴシック" charset="0"/>
              <a:cs typeface="ＭＳ Ｐゴシック" charset="0"/>
            </a:endParaRPr>
          </a:p>
          <a:p>
            <a:pPr>
              <a:defRPr/>
            </a:pPr>
            <a:endParaRPr lang="en-US" dirty="0">
              <a:solidFill>
                <a:schemeClr val="tx2"/>
              </a:solidFill>
              <a:ea typeface="ＭＳ Ｐゴシック" charset="0"/>
              <a:cs typeface="ＭＳ Ｐゴシック" charset="0"/>
            </a:endParaRPr>
          </a:p>
          <a:p>
            <a:pPr>
              <a:defRPr/>
            </a:pPr>
            <a:r>
              <a:rPr lang="en-US" dirty="0">
                <a:solidFill>
                  <a:schemeClr val="tx2"/>
                </a:solidFill>
                <a:ea typeface="ＭＳ Ｐゴシック" charset="0"/>
                <a:cs typeface="ＭＳ Ｐゴシック" charset="0"/>
              </a:rPr>
              <a:t>Client-side framework.</a:t>
            </a:r>
          </a:p>
          <a:p>
            <a:pPr lvl="1">
              <a:defRPr/>
            </a:pPr>
            <a:r>
              <a:rPr lang="en-US" dirty="0">
                <a:solidFill>
                  <a:schemeClr val="tx2"/>
                </a:solidFill>
                <a:ea typeface="ＭＳ Ｐゴシック" charset="0"/>
                <a:cs typeface="ＭＳ Ｐゴシック" charset="0"/>
              </a:rPr>
              <a:t>More a library than a framework.</a:t>
            </a:r>
          </a:p>
        </p:txBody>
      </p:sp>
      <p:pic>
        <p:nvPicPr>
          <p:cNvPr id="17413" name="Picture 5">
            <a:extLst>
              <a:ext uri="{FF2B5EF4-FFF2-40B4-BE49-F238E27FC236}">
                <a16:creationId xmlns:a16="http://schemas.microsoft.com/office/drawing/2014/main" id="{2B6C1D21-8E0A-82AA-1129-2CCE9DF80EC0}"/>
              </a:ext>
            </a:extLst>
          </p:cNvPr>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9575010" y="3863170"/>
            <a:ext cx="2113794" cy="1996361"/>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Slide Number Placeholder 3">
            <a:extLst>
              <a:ext uri="{FF2B5EF4-FFF2-40B4-BE49-F238E27FC236}">
                <a16:creationId xmlns:a16="http://schemas.microsoft.com/office/drawing/2014/main" id="{4EE10155-B63F-13DB-210D-908EA79FAD83}"/>
              </a:ext>
            </a:extLst>
          </p:cNvPr>
          <p:cNvSpPr>
            <a:spLocks noGrp="1"/>
          </p:cNvSpPr>
          <p:nvPr>
            <p:ph type="sldNum" sz="quarter" idx="12"/>
          </p:nvPr>
        </p:nvSpPr>
        <p:spPr>
          <a:xfrm>
            <a:off x="8610600" y="6356350"/>
            <a:ext cx="2743200" cy="365125"/>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lvl1pPr>
              <a:spcBef>
                <a:spcPct val="20000"/>
              </a:spcBef>
              <a:buChar char="•"/>
              <a:defRPr b="1">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b="1">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b="1">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b="1">
                <a:solidFill>
                  <a:schemeClr val="tx1"/>
                </a:solidFill>
                <a:latin typeface="Arial" panose="020B0604020202020204" pitchFamily="34" charset="0"/>
                <a:ea typeface="ＭＳ Ｐゴシック" panose="020B0600070205080204" pitchFamily="34" charset="-128"/>
              </a:defRPr>
            </a:lvl9pPr>
          </a:lstStyle>
          <a:p>
            <a:pPr>
              <a:spcBef>
                <a:spcPct val="0"/>
              </a:spcBef>
              <a:spcAft>
                <a:spcPts val="600"/>
              </a:spcAft>
              <a:buNone/>
            </a:pPr>
            <a:fld id="{616C8BF6-F60D-4368-9720-BF292CBEE724}" type="slidenum">
              <a:rPr lang="en-US" altLang="en-US" b="0" smtClean="0"/>
              <a:pPr>
                <a:spcBef>
                  <a:spcPct val="0"/>
                </a:spcBef>
                <a:spcAft>
                  <a:spcPts val="600"/>
                </a:spcAft>
                <a:buNone/>
              </a:pPr>
              <a:t>3</a:t>
            </a:fld>
            <a:endParaRPr lang="en-US" altLang="en-US" b="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2FC9C2-FBAA-8D59-C733-4AE30109A7EC}"/>
              </a:ext>
            </a:extLst>
          </p:cNvPr>
          <p:cNvSpPr>
            <a:spLocks noGrp="1"/>
          </p:cNvSpPr>
          <p:nvPr>
            <p:ph type="title"/>
          </p:nvPr>
        </p:nvSpPr>
        <p:spPr/>
        <p:txBody>
          <a:bodyPr/>
          <a:lstStyle/>
          <a:p>
            <a:r>
              <a:rPr lang="en-IE" dirty="0"/>
              <a:t>Why React?</a:t>
            </a:r>
          </a:p>
        </p:txBody>
      </p:sp>
      <p:pic>
        <p:nvPicPr>
          <p:cNvPr id="4" name="Picture 3">
            <a:extLst>
              <a:ext uri="{FF2B5EF4-FFF2-40B4-BE49-F238E27FC236}">
                <a16:creationId xmlns:a16="http://schemas.microsoft.com/office/drawing/2014/main" id="{9BA940DD-8B32-3B9C-37C6-56A40415AE5C}"/>
              </a:ext>
            </a:extLst>
          </p:cNvPr>
          <p:cNvPicPr>
            <a:picLocks noChangeAspect="1"/>
          </p:cNvPicPr>
          <p:nvPr/>
        </p:nvPicPr>
        <p:blipFill>
          <a:blip r:embed="rId2"/>
          <a:stretch>
            <a:fillRect/>
          </a:stretch>
        </p:blipFill>
        <p:spPr>
          <a:xfrm>
            <a:off x="1905000" y="1371600"/>
            <a:ext cx="4876800" cy="2257426"/>
          </a:xfrm>
          <a:prstGeom prst="rect">
            <a:avLst/>
          </a:prstGeom>
        </p:spPr>
      </p:pic>
      <p:pic>
        <p:nvPicPr>
          <p:cNvPr id="6" name="Content Placeholder 5">
            <a:extLst>
              <a:ext uri="{FF2B5EF4-FFF2-40B4-BE49-F238E27FC236}">
                <a16:creationId xmlns:a16="http://schemas.microsoft.com/office/drawing/2014/main" id="{96F02B87-3FA1-C50A-4697-A39C57B41B3C}"/>
              </a:ext>
            </a:extLst>
          </p:cNvPr>
          <p:cNvPicPr>
            <a:picLocks noGrp="1" noChangeAspect="1"/>
          </p:cNvPicPr>
          <p:nvPr>
            <p:ph idx="1"/>
          </p:nvPr>
        </p:nvPicPr>
        <p:blipFill>
          <a:blip r:embed="rId3"/>
          <a:stretch>
            <a:fillRect/>
          </a:stretch>
        </p:blipFill>
        <p:spPr bwMode="auto">
          <a:xfrm>
            <a:off x="2133600" y="3733800"/>
            <a:ext cx="6445581" cy="2667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1225269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480" name="Rectangle 18479">
            <a:extLst>
              <a:ext uri="{FF2B5EF4-FFF2-40B4-BE49-F238E27FC236}">
                <a16:creationId xmlns:a16="http://schemas.microsoft.com/office/drawing/2014/main" id="{B6FACB3C-9069-4791-BC5C-0DB7CD19B8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481" name="Rectangle 18480">
            <a:extLst>
              <a:ext uri="{FF2B5EF4-FFF2-40B4-BE49-F238E27FC236}">
                <a16:creationId xmlns:a16="http://schemas.microsoft.com/office/drawing/2014/main" id="{71F2038E-D777-4B76-81DD-DD13EE91B9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433" name="Rectangle 2">
            <a:extLst>
              <a:ext uri="{FF2B5EF4-FFF2-40B4-BE49-F238E27FC236}">
                <a16:creationId xmlns:a16="http://schemas.microsoft.com/office/drawing/2014/main" id="{74FD51BB-5818-0073-FB5E-5D9D3F94C21A}"/>
              </a:ext>
            </a:extLst>
          </p:cNvPr>
          <p:cNvSpPr>
            <a:spLocks noGrp="1" noChangeArrowheads="1"/>
          </p:cNvSpPr>
          <p:nvPr>
            <p:ph type="title"/>
          </p:nvPr>
        </p:nvSpPr>
        <p:spPr>
          <a:xfrm>
            <a:off x="804672" y="802955"/>
            <a:ext cx="4766330" cy="1454051"/>
          </a:xfrm>
        </p:spPr>
        <p:txBody>
          <a:bodyPr>
            <a:normAutofit/>
          </a:bodyPr>
          <a:lstStyle/>
          <a:p>
            <a:r>
              <a:rPr lang="en-US" altLang="en-US" sz="3600">
                <a:ea typeface="ＭＳ Ｐゴシック" panose="020B0600070205080204" pitchFamily="34" charset="-128"/>
              </a:rPr>
              <a:t>Before React</a:t>
            </a:r>
          </a:p>
        </p:txBody>
      </p:sp>
      <p:sp>
        <p:nvSpPr>
          <p:cNvPr id="18434" name="Rectangle 3">
            <a:extLst>
              <a:ext uri="{FF2B5EF4-FFF2-40B4-BE49-F238E27FC236}">
                <a16:creationId xmlns:a16="http://schemas.microsoft.com/office/drawing/2014/main" id="{1F790BEF-DBEE-DDC3-E14C-D5C6CDAEA052}"/>
              </a:ext>
            </a:extLst>
          </p:cNvPr>
          <p:cNvSpPr>
            <a:spLocks noGrp="1" noChangeArrowheads="1"/>
          </p:cNvSpPr>
          <p:nvPr>
            <p:ph type="body" idx="1"/>
          </p:nvPr>
        </p:nvSpPr>
        <p:spPr>
          <a:xfrm>
            <a:off x="804672" y="2421683"/>
            <a:ext cx="4765949" cy="3353476"/>
          </a:xfrm>
        </p:spPr>
        <p:txBody>
          <a:bodyPr anchor="t">
            <a:normAutofit/>
          </a:bodyPr>
          <a:lstStyle/>
          <a:p>
            <a:r>
              <a:rPr lang="en-US" altLang="en-US" b="0">
                <a:solidFill>
                  <a:schemeClr val="tx2"/>
                </a:solidFill>
                <a:ea typeface="ＭＳ Ｐゴシック" panose="020B0600070205080204" pitchFamily="34" charset="-128"/>
              </a:rPr>
              <a:t>MVC pattern </a:t>
            </a:r>
            <a:r>
              <a:rPr lang="mr-IN" altLang="en-US">
                <a:solidFill>
                  <a:schemeClr val="tx2"/>
                </a:solidFill>
                <a:ea typeface="ＭＳ Ｐゴシック" panose="020B0600070205080204" pitchFamily="34" charset="-128"/>
              </a:rPr>
              <a:t>–</a:t>
            </a:r>
            <a:r>
              <a:rPr lang="en-US" altLang="en-US">
                <a:solidFill>
                  <a:schemeClr val="tx2"/>
                </a:solidFill>
                <a:ea typeface="ＭＳ Ｐゴシック" panose="020B0600070205080204" pitchFamily="34" charset="-128"/>
              </a:rPr>
              <a:t> The convention for </a:t>
            </a:r>
            <a:r>
              <a:rPr lang="en-US" altLang="en-US" b="0">
                <a:solidFill>
                  <a:schemeClr val="tx2"/>
                </a:solidFill>
                <a:ea typeface="ＭＳ Ｐゴシック" panose="020B0600070205080204" pitchFamily="34" charset="-128"/>
              </a:rPr>
              <a:t>app design. </a:t>
            </a:r>
            <a:r>
              <a:rPr lang="en-US" altLang="en-US">
                <a:solidFill>
                  <a:schemeClr val="tx2"/>
                </a:solidFill>
                <a:ea typeface="ＭＳ Ｐゴシック" panose="020B0600070205080204" pitchFamily="34" charset="-128"/>
              </a:rPr>
              <a:t>Promoted b</a:t>
            </a:r>
            <a:r>
              <a:rPr lang="en-US" altLang="en-US" b="0">
                <a:solidFill>
                  <a:schemeClr val="tx2"/>
                </a:solidFill>
                <a:ea typeface="ＭＳ Ｐゴシック" panose="020B0600070205080204" pitchFamily="34" charset="-128"/>
              </a:rPr>
              <a:t>y </a:t>
            </a:r>
            <a:r>
              <a:rPr lang="en-US" altLang="en-US">
                <a:solidFill>
                  <a:schemeClr val="tx2"/>
                </a:solidFill>
                <a:ea typeface="ＭＳ Ｐゴシック" panose="020B0600070205080204" pitchFamily="34" charset="-128"/>
              </a:rPr>
              <a:t>market leaders</a:t>
            </a:r>
            <a:r>
              <a:rPr lang="en-US" altLang="en-US" b="0">
                <a:solidFill>
                  <a:schemeClr val="tx2"/>
                </a:solidFill>
                <a:ea typeface="ＭＳ Ｐゴシック" panose="020B0600070205080204" pitchFamily="34" charset="-128"/>
              </a:rPr>
              <a:t>, e.g.</a:t>
            </a:r>
            <a:r>
              <a:rPr lang="en-US" altLang="en-US">
                <a:solidFill>
                  <a:schemeClr val="tx2"/>
                </a:solidFill>
                <a:ea typeface="ＭＳ Ｐゴシック" panose="020B0600070205080204" pitchFamily="34" charset="-128"/>
              </a:rPr>
              <a:t> AngularJS (1.x), EmberJS, BackboneJS. </a:t>
            </a:r>
          </a:p>
          <a:p>
            <a:r>
              <a:rPr lang="en-US" altLang="en-US">
                <a:solidFill>
                  <a:schemeClr val="tx2"/>
                </a:solidFill>
                <a:ea typeface="ＭＳ Ｐゴシック" panose="020B0600070205080204" pitchFamily="34" charset="-128"/>
              </a:rPr>
              <a:t>React is not MVC, just V.</a:t>
            </a:r>
          </a:p>
          <a:p>
            <a:pPr lvl="1"/>
            <a:r>
              <a:rPr lang="en-US" altLang="en-US">
                <a:solidFill>
                  <a:schemeClr val="tx2"/>
                </a:solidFill>
                <a:ea typeface="ＭＳ Ｐゴシック" panose="020B0600070205080204" pitchFamily="34" charset="-128"/>
              </a:rPr>
              <a:t>It challenged established best practice (MVC).</a:t>
            </a:r>
          </a:p>
          <a:p>
            <a:r>
              <a:rPr lang="en-US" altLang="en-US" b="0">
                <a:solidFill>
                  <a:schemeClr val="tx2"/>
                </a:solidFill>
                <a:ea typeface="ＭＳ Ｐゴシック" panose="020B0600070205080204" pitchFamily="34" charset="-128"/>
              </a:rPr>
              <a:t>Templating</a:t>
            </a:r>
            <a:r>
              <a:rPr lang="en-US" altLang="en-US">
                <a:solidFill>
                  <a:schemeClr val="tx2"/>
                </a:solidFill>
                <a:ea typeface="ＭＳ Ｐゴシック" panose="020B0600070205080204" pitchFamily="34" charset="-128"/>
              </a:rPr>
              <a:t> </a:t>
            </a:r>
            <a:r>
              <a:rPr lang="en-US" altLang="en-US" b="0">
                <a:solidFill>
                  <a:schemeClr val="tx2"/>
                </a:solidFill>
                <a:ea typeface="ＭＳ Ｐゴシック" panose="020B0600070205080204" pitchFamily="34" charset="-128"/>
              </a:rPr>
              <a:t>widespread use in the V layer.</a:t>
            </a:r>
          </a:p>
          <a:p>
            <a:pPr lvl="1"/>
            <a:r>
              <a:rPr lang="en-US" altLang="en-US">
                <a:solidFill>
                  <a:schemeClr val="tx2"/>
                </a:solidFill>
                <a:ea typeface="ＭＳ Ｐゴシック" panose="020B0600070205080204" pitchFamily="34" charset="-128"/>
              </a:rPr>
              <a:t>React based on “components”.</a:t>
            </a:r>
          </a:p>
        </p:txBody>
      </p:sp>
      <p:grpSp>
        <p:nvGrpSpPr>
          <p:cNvPr id="18475" name="Group 18474">
            <a:extLst>
              <a:ext uri="{FF2B5EF4-FFF2-40B4-BE49-F238E27FC236}">
                <a16:creationId xmlns:a16="http://schemas.microsoft.com/office/drawing/2014/main" id="{DD354807-230F-4402-B1B9-F733A8F1F19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818240" y="-16714"/>
            <a:ext cx="6373761" cy="6874714"/>
            <a:chOff x="5818240" y="-1"/>
            <a:chExt cx="6373761" cy="6874714"/>
          </a:xfrm>
        </p:grpSpPr>
        <p:sp>
          <p:nvSpPr>
            <p:cNvPr id="18476" name="Freeform: Shape 18475">
              <a:extLst>
                <a:ext uri="{FF2B5EF4-FFF2-40B4-BE49-F238E27FC236}">
                  <a16:creationId xmlns:a16="http://schemas.microsoft.com/office/drawing/2014/main" id="{BF5A6F4A-CE87-4D5C-9382-8167967CE8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18240" y="-1"/>
              <a:ext cx="6373761" cy="6874714"/>
            </a:xfrm>
            <a:custGeom>
              <a:avLst/>
              <a:gdLst>
                <a:gd name="connsiteX0" fmla="*/ 6373761 w 6373761"/>
                <a:gd name="connsiteY0" fmla="*/ 5771297 h 6874714"/>
                <a:gd name="connsiteX1" fmla="*/ 6373761 w 6373761"/>
                <a:gd name="connsiteY1" fmla="*/ 6247960 h 6874714"/>
                <a:gd name="connsiteX2" fmla="*/ 6235932 w 6373761"/>
                <a:gd name="connsiteY2" fmla="*/ 6361930 h 6874714"/>
                <a:gd name="connsiteX3" fmla="*/ 5960375 w 6373761"/>
                <a:gd name="connsiteY3" fmla="*/ 6587489 h 6874714"/>
                <a:gd name="connsiteX4" fmla="*/ 5822907 w 6373761"/>
                <a:gd name="connsiteY4" fmla="*/ 6701871 h 6874714"/>
                <a:gd name="connsiteX5" fmla="*/ 5681115 w 6373761"/>
                <a:gd name="connsiteY5" fmla="*/ 6816896 h 6874714"/>
                <a:gd name="connsiteX6" fmla="*/ 5604096 w 6373761"/>
                <a:gd name="connsiteY6" fmla="*/ 6874714 h 6874714"/>
                <a:gd name="connsiteX7" fmla="*/ 4878485 w 6373761"/>
                <a:gd name="connsiteY7" fmla="*/ 6874714 h 6874714"/>
                <a:gd name="connsiteX8" fmla="*/ 5006014 w 6373761"/>
                <a:gd name="connsiteY8" fmla="*/ 6800200 h 6874714"/>
                <a:gd name="connsiteX9" fmla="*/ 5149855 w 6373761"/>
                <a:gd name="connsiteY9" fmla="*/ 6707667 h 6874714"/>
                <a:gd name="connsiteX10" fmla="*/ 5431866 w 6373761"/>
                <a:gd name="connsiteY10" fmla="*/ 6506210 h 6874714"/>
                <a:gd name="connsiteX11" fmla="*/ 5571036 w 6373761"/>
                <a:gd name="connsiteY11" fmla="*/ 6399557 h 6874714"/>
                <a:gd name="connsiteX12" fmla="*/ 5711649 w 6373761"/>
                <a:gd name="connsiteY12" fmla="*/ 6288912 h 6874714"/>
                <a:gd name="connsiteX13" fmla="*/ 6276589 w 6373761"/>
                <a:gd name="connsiteY13" fmla="*/ 5852379 h 6874714"/>
                <a:gd name="connsiteX14" fmla="*/ 3975975 w 6373761"/>
                <a:gd name="connsiteY14" fmla="*/ 263 h 6874714"/>
                <a:gd name="connsiteX15" fmla="*/ 4350473 w 6373761"/>
                <a:gd name="connsiteY15" fmla="*/ 24963 h 6874714"/>
                <a:gd name="connsiteX16" fmla="*/ 5077909 w 6373761"/>
                <a:gd name="connsiteY16" fmla="*/ 189450 h 6874714"/>
                <a:gd name="connsiteX17" fmla="*/ 5746507 w 6373761"/>
                <a:gd name="connsiteY17" fmla="*/ 505804 h 6874714"/>
                <a:gd name="connsiteX18" fmla="*/ 6322456 w 6373761"/>
                <a:gd name="connsiteY18" fmla="*/ 956633 h 6874714"/>
                <a:gd name="connsiteX19" fmla="*/ 6373761 w 6373761"/>
                <a:gd name="connsiteY19" fmla="*/ 1011863 h 6874714"/>
                <a:gd name="connsiteX20" fmla="*/ 6373761 w 6373761"/>
                <a:gd name="connsiteY20" fmla="*/ 1185075 h 6874714"/>
                <a:gd name="connsiteX21" fmla="*/ 6359489 w 6373761"/>
                <a:gd name="connsiteY21" fmla="*/ 1169497 h 6874714"/>
                <a:gd name="connsiteX22" fmla="*/ 6233869 w 6373761"/>
                <a:gd name="connsiteY22" fmla="*/ 1047442 h 6874714"/>
                <a:gd name="connsiteX23" fmla="*/ 5961423 w 6373761"/>
                <a:gd name="connsiteY23" fmla="*/ 827953 h 6874714"/>
                <a:gd name="connsiteX24" fmla="*/ 5663555 w 6373761"/>
                <a:gd name="connsiteY24" fmla="*/ 645304 h 6874714"/>
                <a:gd name="connsiteX25" fmla="*/ 5013827 w 6373761"/>
                <a:gd name="connsiteY25" fmla="*/ 397863 h 6874714"/>
                <a:gd name="connsiteX26" fmla="*/ 4327409 w 6373761"/>
                <a:gd name="connsiteY26" fmla="*/ 302545 h 6874714"/>
                <a:gd name="connsiteX27" fmla="*/ 3639939 w 6373761"/>
                <a:gd name="connsiteY27" fmla="*/ 338868 h 6874714"/>
                <a:gd name="connsiteX28" fmla="*/ 3302495 w 6373761"/>
                <a:gd name="connsiteY28" fmla="*/ 403659 h 6874714"/>
                <a:gd name="connsiteX29" fmla="*/ 2971604 w 6373761"/>
                <a:gd name="connsiteY29" fmla="*/ 496273 h 6874714"/>
                <a:gd name="connsiteX30" fmla="*/ 2648706 w 6373761"/>
                <a:gd name="connsiteY30" fmla="*/ 614389 h 6874714"/>
                <a:gd name="connsiteX31" fmla="*/ 2335374 w 6373761"/>
                <a:gd name="connsiteY31" fmla="*/ 757109 h 6874714"/>
                <a:gd name="connsiteX32" fmla="*/ 1741342 w 6373761"/>
                <a:gd name="connsiteY32" fmla="*/ 1107725 h 6874714"/>
                <a:gd name="connsiteX33" fmla="*/ 1600861 w 6373761"/>
                <a:gd name="connsiteY33" fmla="*/ 1208710 h 6874714"/>
                <a:gd name="connsiteX34" fmla="*/ 1531799 w 6373761"/>
                <a:gd name="connsiteY34" fmla="*/ 1260879 h 6874714"/>
                <a:gd name="connsiteX35" fmla="*/ 1463655 w 6373761"/>
                <a:gd name="connsiteY35" fmla="*/ 1314333 h 6874714"/>
                <a:gd name="connsiteX36" fmla="*/ 1200777 w 6373761"/>
                <a:gd name="connsiteY36" fmla="*/ 1541166 h 6874714"/>
                <a:gd name="connsiteX37" fmla="*/ 731501 w 6373761"/>
                <a:gd name="connsiteY37" fmla="*/ 2055754 h 6874714"/>
                <a:gd name="connsiteX38" fmla="*/ 531393 w 6373761"/>
                <a:gd name="connsiteY38" fmla="*/ 2342739 h 6874714"/>
                <a:gd name="connsiteX39" fmla="*/ 361033 w 6373761"/>
                <a:gd name="connsiteY39" fmla="*/ 2649046 h 6874714"/>
                <a:gd name="connsiteX40" fmla="*/ 323292 w 6373761"/>
                <a:gd name="connsiteY40" fmla="*/ 2728263 h 6874714"/>
                <a:gd name="connsiteX41" fmla="*/ 304945 w 6373761"/>
                <a:gd name="connsiteY41" fmla="*/ 2768193 h 6874714"/>
                <a:gd name="connsiteX42" fmla="*/ 287516 w 6373761"/>
                <a:gd name="connsiteY42" fmla="*/ 2808510 h 6874714"/>
                <a:gd name="connsiteX43" fmla="*/ 254230 w 6373761"/>
                <a:gd name="connsiteY43" fmla="*/ 2889788 h 6874714"/>
                <a:gd name="connsiteX44" fmla="*/ 223042 w 6373761"/>
                <a:gd name="connsiteY44" fmla="*/ 2971968 h 6874714"/>
                <a:gd name="connsiteX45" fmla="*/ 121611 w 6373761"/>
                <a:gd name="connsiteY45" fmla="*/ 3308544 h 6874714"/>
                <a:gd name="connsiteX46" fmla="*/ 39314 w 6373761"/>
                <a:gd name="connsiteY46" fmla="*/ 4005912 h 6874714"/>
                <a:gd name="connsiteX47" fmla="*/ 73910 w 6373761"/>
                <a:gd name="connsiteY47" fmla="*/ 4354081 h 6874714"/>
                <a:gd name="connsiteX48" fmla="*/ 179534 w 6373761"/>
                <a:gd name="connsiteY48" fmla="*/ 4687050 h 6874714"/>
                <a:gd name="connsiteX49" fmla="*/ 215964 w 6373761"/>
                <a:gd name="connsiteY49" fmla="*/ 4766654 h 6874714"/>
                <a:gd name="connsiteX50" fmla="*/ 256457 w 6373761"/>
                <a:gd name="connsiteY50" fmla="*/ 4844455 h 6874714"/>
                <a:gd name="connsiteX51" fmla="*/ 346225 w 6373761"/>
                <a:gd name="connsiteY51" fmla="*/ 4995290 h 6874714"/>
                <a:gd name="connsiteX52" fmla="*/ 445296 w 6373761"/>
                <a:gd name="connsiteY52" fmla="*/ 5140971 h 6874714"/>
                <a:gd name="connsiteX53" fmla="*/ 551443 w 6373761"/>
                <a:gd name="connsiteY53" fmla="*/ 5282531 h 6874714"/>
                <a:gd name="connsiteX54" fmla="*/ 772387 w 6373761"/>
                <a:gd name="connsiteY54" fmla="*/ 5562561 h 6874714"/>
                <a:gd name="connsiteX55" fmla="*/ 882858 w 6373761"/>
                <a:gd name="connsiteY55" fmla="*/ 5704507 h 6874714"/>
                <a:gd name="connsiteX56" fmla="*/ 990316 w 6373761"/>
                <a:gd name="connsiteY56" fmla="*/ 5848258 h 6874714"/>
                <a:gd name="connsiteX57" fmla="*/ 1097774 w 6373761"/>
                <a:gd name="connsiteY57" fmla="*/ 5987114 h 6874714"/>
                <a:gd name="connsiteX58" fmla="*/ 1210080 w 6373761"/>
                <a:gd name="connsiteY58" fmla="*/ 6121203 h 6874714"/>
                <a:gd name="connsiteX59" fmla="*/ 1448192 w 6373761"/>
                <a:gd name="connsiteY59" fmla="*/ 6374054 h 6874714"/>
                <a:gd name="connsiteX60" fmla="*/ 1982991 w 6373761"/>
                <a:gd name="connsiteY60" fmla="*/ 6796158 h 6874714"/>
                <a:gd name="connsiteX61" fmla="*/ 2118475 w 6373761"/>
                <a:gd name="connsiteY61" fmla="*/ 6874714 h 6874714"/>
                <a:gd name="connsiteX62" fmla="*/ 1569874 w 6373761"/>
                <a:gd name="connsiteY62" fmla="*/ 6874714 h 6874714"/>
                <a:gd name="connsiteX63" fmla="*/ 1507802 w 6373761"/>
                <a:gd name="connsiteY63" fmla="*/ 6817815 h 6874714"/>
                <a:gd name="connsiteX64" fmla="*/ 1256865 w 6373761"/>
                <a:gd name="connsiteY64" fmla="*/ 6543437 h 6874714"/>
                <a:gd name="connsiteX65" fmla="*/ 1038410 w 6373761"/>
                <a:gd name="connsiteY65" fmla="*/ 6248722 h 6874714"/>
                <a:gd name="connsiteX66" fmla="*/ 845380 w 6373761"/>
                <a:gd name="connsiteY66" fmla="*/ 5941386 h 6874714"/>
                <a:gd name="connsiteX67" fmla="*/ 755351 w 6373761"/>
                <a:gd name="connsiteY67" fmla="*/ 5788877 h 6874714"/>
                <a:gd name="connsiteX68" fmla="*/ 661784 w 6373761"/>
                <a:gd name="connsiteY68" fmla="*/ 5638944 h 6874714"/>
                <a:gd name="connsiteX69" fmla="*/ 466525 w 6373761"/>
                <a:gd name="connsiteY69" fmla="*/ 5340366 h 6874714"/>
                <a:gd name="connsiteX70" fmla="*/ 370992 w 6373761"/>
                <a:gd name="connsiteY70" fmla="*/ 5188502 h 6874714"/>
                <a:gd name="connsiteX71" fmla="*/ 280046 w 6373761"/>
                <a:gd name="connsiteY71" fmla="*/ 5033287 h 6874714"/>
                <a:gd name="connsiteX72" fmla="*/ 126853 w 6373761"/>
                <a:gd name="connsiteY72" fmla="*/ 4707660 h 6874714"/>
                <a:gd name="connsiteX73" fmla="*/ 30272 w 6373761"/>
                <a:gd name="connsiteY73" fmla="*/ 4362068 h 6874714"/>
                <a:gd name="connsiteX74" fmla="*/ 0 w 6373761"/>
                <a:gd name="connsiteY74" fmla="*/ 4005912 h 6874714"/>
                <a:gd name="connsiteX75" fmla="*/ 270480 w 6373761"/>
                <a:gd name="connsiteY75" fmla="*/ 2610532 h 6874714"/>
                <a:gd name="connsiteX76" fmla="*/ 415942 w 6373761"/>
                <a:gd name="connsiteY76" fmla="*/ 2280526 h 6874714"/>
                <a:gd name="connsiteX77" fmla="*/ 590102 w 6373761"/>
                <a:gd name="connsiteY77" fmla="*/ 1962626 h 6874714"/>
                <a:gd name="connsiteX78" fmla="*/ 1020719 w 6373761"/>
                <a:gd name="connsiteY78" fmla="*/ 1373070 h 6874714"/>
                <a:gd name="connsiteX79" fmla="*/ 1275080 w 6373761"/>
                <a:gd name="connsiteY79" fmla="*/ 1107081 h 6874714"/>
                <a:gd name="connsiteX80" fmla="*/ 1342437 w 6373761"/>
                <a:gd name="connsiteY80" fmla="*/ 1043965 h 6874714"/>
                <a:gd name="connsiteX81" fmla="*/ 1411106 w 6373761"/>
                <a:gd name="connsiteY81" fmla="*/ 982138 h 6874714"/>
                <a:gd name="connsiteX82" fmla="*/ 1553029 w 6373761"/>
                <a:gd name="connsiteY82" fmla="*/ 863376 h 6874714"/>
                <a:gd name="connsiteX83" fmla="*/ 2173401 w 6373761"/>
                <a:gd name="connsiteY83" fmla="*/ 454409 h 6874714"/>
                <a:gd name="connsiteX84" fmla="*/ 3599708 w 6373761"/>
                <a:gd name="connsiteY84" fmla="*/ 16332 h 6874714"/>
                <a:gd name="connsiteX85" fmla="*/ 3975975 w 6373761"/>
                <a:gd name="connsiteY85" fmla="*/ 263 h 6874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Lst>
              <a:rect l="l" t="t" r="r" b="b"/>
              <a:pathLst>
                <a:path w="6373761" h="6874714">
                  <a:moveTo>
                    <a:pt x="6373761" y="5771297"/>
                  </a:moveTo>
                  <a:lnTo>
                    <a:pt x="6373761" y="6247960"/>
                  </a:lnTo>
                  <a:lnTo>
                    <a:pt x="6235932" y="6361930"/>
                  </a:lnTo>
                  <a:cubicBezTo>
                    <a:pt x="6143250" y="6437460"/>
                    <a:pt x="6051059" y="6512200"/>
                    <a:pt x="5960375" y="6587489"/>
                  </a:cubicBezTo>
                  <a:lnTo>
                    <a:pt x="5822907" y="6701871"/>
                  </a:lnTo>
                  <a:cubicBezTo>
                    <a:pt x="5776123" y="6740385"/>
                    <a:pt x="5729079" y="6778899"/>
                    <a:pt x="5681115" y="6816896"/>
                  </a:cubicBezTo>
                  <a:lnTo>
                    <a:pt x="5604096" y="6874714"/>
                  </a:lnTo>
                  <a:lnTo>
                    <a:pt x="4878485" y="6874714"/>
                  </a:lnTo>
                  <a:lnTo>
                    <a:pt x="5006014" y="6800200"/>
                  </a:lnTo>
                  <a:cubicBezTo>
                    <a:pt x="5054354" y="6770429"/>
                    <a:pt x="5102285" y="6739483"/>
                    <a:pt x="5149855" y="6707667"/>
                  </a:cubicBezTo>
                  <a:cubicBezTo>
                    <a:pt x="5244993" y="6643906"/>
                    <a:pt x="5338561" y="6576025"/>
                    <a:pt x="5431866" y="6506210"/>
                  </a:cubicBezTo>
                  <a:cubicBezTo>
                    <a:pt x="5478386" y="6471304"/>
                    <a:pt x="5524777" y="6435495"/>
                    <a:pt x="5571036" y="6399557"/>
                  </a:cubicBezTo>
                  <a:lnTo>
                    <a:pt x="5711649" y="6288912"/>
                  </a:lnTo>
                  <a:cubicBezTo>
                    <a:pt x="5902059" y="6140395"/>
                    <a:pt x="6093257" y="5998320"/>
                    <a:pt x="6276589" y="5852379"/>
                  </a:cubicBezTo>
                  <a:close/>
                  <a:moveTo>
                    <a:pt x="3975975" y="263"/>
                  </a:moveTo>
                  <a:cubicBezTo>
                    <a:pt x="4101550" y="1809"/>
                    <a:pt x="4226830" y="10149"/>
                    <a:pt x="4350473" y="24963"/>
                  </a:cubicBezTo>
                  <a:cubicBezTo>
                    <a:pt x="4598149" y="54846"/>
                    <a:pt x="4842943" y="108687"/>
                    <a:pt x="5077909" y="189450"/>
                  </a:cubicBezTo>
                  <a:cubicBezTo>
                    <a:pt x="5312876" y="269955"/>
                    <a:pt x="5537357" y="376867"/>
                    <a:pt x="5746507" y="505804"/>
                  </a:cubicBezTo>
                  <a:cubicBezTo>
                    <a:pt x="5955527" y="634999"/>
                    <a:pt x="6148688" y="786864"/>
                    <a:pt x="6322456" y="956633"/>
                  </a:cubicBezTo>
                  <a:lnTo>
                    <a:pt x="6373761" y="1011863"/>
                  </a:lnTo>
                  <a:lnTo>
                    <a:pt x="6373761" y="1185075"/>
                  </a:lnTo>
                  <a:lnTo>
                    <a:pt x="6359489" y="1169497"/>
                  </a:lnTo>
                  <a:cubicBezTo>
                    <a:pt x="6318811" y="1127602"/>
                    <a:pt x="6276917" y="1086890"/>
                    <a:pt x="6233869" y="1047442"/>
                  </a:cubicBezTo>
                  <a:cubicBezTo>
                    <a:pt x="6147509" y="968870"/>
                    <a:pt x="6056431" y="895448"/>
                    <a:pt x="5961423" y="827953"/>
                  </a:cubicBezTo>
                  <a:cubicBezTo>
                    <a:pt x="5865891" y="761102"/>
                    <a:pt x="5766688" y="699403"/>
                    <a:pt x="5663555" y="645304"/>
                  </a:cubicBezTo>
                  <a:cubicBezTo>
                    <a:pt x="5457943" y="535816"/>
                    <a:pt x="5238703" y="453894"/>
                    <a:pt x="5013827" y="397863"/>
                  </a:cubicBezTo>
                  <a:cubicBezTo>
                    <a:pt x="4788953" y="341703"/>
                    <a:pt x="4558442" y="310917"/>
                    <a:pt x="4327409" y="302545"/>
                  </a:cubicBezTo>
                  <a:cubicBezTo>
                    <a:pt x="4096111" y="293012"/>
                    <a:pt x="3867174" y="305893"/>
                    <a:pt x="3639939" y="338868"/>
                  </a:cubicBezTo>
                  <a:cubicBezTo>
                    <a:pt x="3526585" y="355999"/>
                    <a:pt x="3413885" y="377254"/>
                    <a:pt x="3302495" y="403659"/>
                  </a:cubicBezTo>
                  <a:cubicBezTo>
                    <a:pt x="3191107" y="430451"/>
                    <a:pt x="3080634" y="460978"/>
                    <a:pt x="2971604" y="496273"/>
                  </a:cubicBezTo>
                  <a:cubicBezTo>
                    <a:pt x="2862573" y="531437"/>
                    <a:pt x="2754854" y="570852"/>
                    <a:pt x="2648706" y="614389"/>
                  </a:cubicBezTo>
                  <a:cubicBezTo>
                    <a:pt x="2542690" y="658056"/>
                    <a:pt x="2438114" y="705714"/>
                    <a:pt x="2335374" y="757109"/>
                  </a:cubicBezTo>
                  <a:cubicBezTo>
                    <a:pt x="2129894" y="859769"/>
                    <a:pt x="1931228" y="976855"/>
                    <a:pt x="1741342" y="1107725"/>
                  </a:cubicBezTo>
                  <a:cubicBezTo>
                    <a:pt x="1694035" y="1140571"/>
                    <a:pt x="1646858" y="1173933"/>
                    <a:pt x="1600861" y="1208710"/>
                  </a:cubicBezTo>
                  <a:cubicBezTo>
                    <a:pt x="1577535" y="1225713"/>
                    <a:pt x="1554732" y="1243361"/>
                    <a:pt x="1531799" y="1260879"/>
                  </a:cubicBezTo>
                  <a:cubicBezTo>
                    <a:pt x="1508735" y="1278267"/>
                    <a:pt x="1486064" y="1296171"/>
                    <a:pt x="1463655" y="1314333"/>
                  </a:cubicBezTo>
                  <a:cubicBezTo>
                    <a:pt x="1373627" y="1386853"/>
                    <a:pt x="1285564" y="1462077"/>
                    <a:pt x="1200777" y="1541166"/>
                  </a:cubicBezTo>
                  <a:cubicBezTo>
                    <a:pt x="1030810" y="1698827"/>
                    <a:pt x="873161" y="1870785"/>
                    <a:pt x="731501" y="2055754"/>
                  </a:cubicBezTo>
                  <a:cubicBezTo>
                    <a:pt x="660734" y="2148239"/>
                    <a:pt x="593771" y="2243944"/>
                    <a:pt x="531393" y="2342739"/>
                  </a:cubicBezTo>
                  <a:cubicBezTo>
                    <a:pt x="470063" y="2442050"/>
                    <a:pt x="412140" y="2543810"/>
                    <a:pt x="361033" y="2649046"/>
                  </a:cubicBezTo>
                  <a:cubicBezTo>
                    <a:pt x="347798" y="2675194"/>
                    <a:pt x="335479" y="2701728"/>
                    <a:pt x="323292" y="2728263"/>
                  </a:cubicBezTo>
                  <a:lnTo>
                    <a:pt x="304945" y="2768193"/>
                  </a:lnTo>
                  <a:lnTo>
                    <a:pt x="287516" y="2808510"/>
                  </a:lnTo>
                  <a:cubicBezTo>
                    <a:pt x="276115" y="2835432"/>
                    <a:pt x="264583" y="2862352"/>
                    <a:pt x="254230" y="2889788"/>
                  </a:cubicBezTo>
                  <a:cubicBezTo>
                    <a:pt x="243877" y="2917224"/>
                    <a:pt x="232477" y="2944274"/>
                    <a:pt x="223042" y="2971968"/>
                  </a:cubicBezTo>
                  <a:cubicBezTo>
                    <a:pt x="182679" y="3081970"/>
                    <a:pt x="148475" y="3194291"/>
                    <a:pt x="121611" y="3308544"/>
                  </a:cubicBezTo>
                  <a:cubicBezTo>
                    <a:pt x="67096" y="3536534"/>
                    <a:pt x="39183" y="3771224"/>
                    <a:pt x="39314" y="4005912"/>
                  </a:cubicBezTo>
                  <a:cubicBezTo>
                    <a:pt x="39969" y="4122871"/>
                    <a:pt x="51109" y="4239571"/>
                    <a:pt x="73910" y="4354081"/>
                  </a:cubicBezTo>
                  <a:cubicBezTo>
                    <a:pt x="97892" y="4468334"/>
                    <a:pt x="132619" y="4580140"/>
                    <a:pt x="179534" y="4687050"/>
                  </a:cubicBezTo>
                  <a:cubicBezTo>
                    <a:pt x="190673" y="4713972"/>
                    <a:pt x="203647" y="4740249"/>
                    <a:pt x="215964" y="4766654"/>
                  </a:cubicBezTo>
                  <a:cubicBezTo>
                    <a:pt x="229332" y="4792674"/>
                    <a:pt x="242043" y="4818950"/>
                    <a:pt x="256457" y="4844455"/>
                  </a:cubicBezTo>
                  <a:cubicBezTo>
                    <a:pt x="283978" y="4895978"/>
                    <a:pt x="314642" y="4945956"/>
                    <a:pt x="346225" y="4995290"/>
                  </a:cubicBezTo>
                  <a:cubicBezTo>
                    <a:pt x="377676" y="5044752"/>
                    <a:pt x="411355" y="5092926"/>
                    <a:pt x="445296" y="5140971"/>
                  </a:cubicBezTo>
                  <a:cubicBezTo>
                    <a:pt x="479760" y="5188630"/>
                    <a:pt x="515537" y="5235645"/>
                    <a:pt x="551443" y="5282531"/>
                  </a:cubicBezTo>
                  <a:cubicBezTo>
                    <a:pt x="623387" y="5376434"/>
                    <a:pt x="698608" y="5468402"/>
                    <a:pt x="772387" y="5562561"/>
                  </a:cubicBezTo>
                  <a:cubicBezTo>
                    <a:pt x="809472" y="5609448"/>
                    <a:pt x="846428" y="5656719"/>
                    <a:pt x="882858" y="5704507"/>
                  </a:cubicBezTo>
                  <a:cubicBezTo>
                    <a:pt x="919159" y="5751909"/>
                    <a:pt x="955196" y="5802273"/>
                    <a:pt x="990316" y="5848258"/>
                  </a:cubicBezTo>
                  <a:cubicBezTo>
                    <a:pt x="1025175" y="5895402"/>
                    <a:pt x="1061736" y="5941129"/>
                    <a:pt x="1097774" y="5987114"/>
                  </a:cubicBezTo>
                  <a:cubicBezTo>
                    <a:pt x="1134860" y="6032326"/>
                    <a:pt x="1171684" y="6077536"/>
                    <a:pt x="1210080" y="6121203"/>
                  </a:cubicBezTo>
                  <a:cubicBezTo>
                    <a:pt x="1286350" y="6209051"/>
                    <a:pt x="1365632" y="6293677"/>
                    <a:pt x="1448192" y="6374054"/>
                  </a:cubicBezTo>
                  <a:cubicBezTo>
                    <a:pt x="1613572" y="6534420"/>
                    <a:pt x="1792057" y="6677526"/>
                    <a:pt x="1982991" y="6796158"/>
                  </a:cubicBezTo>
                  <a:lnTo>
                    <a:pt x="2118475" y="6874714"/>
                  </a:lnTo>
                  <a:lnTo>
                    <a:pt x="1569874" y="6874714"/>
                  </a:lnTo>
                  <a:lnTo>
                    <a:pt x="1507802" y="6817815"/>
                  </a:lnTo>
                  <a:cubicBezTo>
                    <a:pt x="1418412" y="6730595"/>
                    <a:pt x="1334903" y="6638562"/>
                    <a:pt x="1256865" y="6543437"/>
                  </a:cubicBezTo>
                  <a:cubicBezTo>
                    <a:pt x="1179155" y="6447861"/>
                    <a:pt x="1106817" y="6349194"/>
                    <a:pt x="1038410" y="6248722"/>
                  </a:cubicBezTo>
                  <a:cubicBezTo>
                    <a:pt x="969873" y="6148253"/>
                    <a:pt x="905922" y="6045592"/>
                    <a:pt x="845380" y="5941386"/>
                  </a:cubicBezTo>
                  <a:cubicBezTo>
                    <a:pt x="814453" y="5888704"/>
                    <a:pt x="786147" y="5839370"/>
                    <a:pt x="755351" y="5788877"/>
                  </a:cubicBezTo>
                  <a:cubicBezTo>
                    <a:pt x="724817" y="5738771"/>
                    <a:pt x="693760" y="5688665"/>
                    <a:pt x="661784" y="5638944"/>
                  </a:cubicBezTo>
                  <a:lnTo>
                    <a:pt x="466525" y="5340366"/>
                  </a:lnTo>
                  <a:cubicBezTo>
                    <a:pt x="434156" y="5290131"/>
                    <a:pt x="402181" y="5239639"/>
                    <a:pt x="370992" y="5188502"/>
                  </a:cubicBezTo>
                  <a:cubicBezTo>
                    <a:pt x="339803" y="5137364"/>
                    <a:pt x="308876" y="5086099"/>
                    <a:pt x="280046" y="5033287"/>
                  </a:cubicBezTo>
                  <a:cubicBezTo>
                    <a:pt x="222255" y="4928179"/>
                    <a:pt x="169181" y="4819982"/>
                    <a:pt x="126853" y="4707660"/>
                  </a:cubicBezTo>
                  <a:cubicBezTo>
                    <a:pt x="83739" y="4595725"/>
                    <a:pt x="51764" y="4479670"/>
                    <a:pt x="30272" y="4362068"/>
                  </a:cubicBezTo>
                  <a:cubicBezTo>
                    <a:pt x="9698" y="4244466"/>
                    <a:pt x="0" y="4125060"/>
                    <a:pt x="0" y="4005912"/>
                  </a:cubicBezTo>
                  <a:cubicBezTo>
                    <a:pt x="1704" y="3530867"/>
                    <a:pt x="95140" y="3057110"/>
                    <a:pt x="270480" y="2610532"/>
                  </a:cubicBezTo>
                  <a:cubicBezTo>
                    <a:pt x="314511" y="2498984"/>
                    <a:pt x="362212" y="2388466"/>
                    <a:pt x="415942" y="2280526"/>
                  </a:cubicBezTo>
                  <a:cubicBezTo>
                    <a:pt x="468884" y="2172197"/>
                    <a:pt x="527199" y="2066188"/>
                    <a:pt x="590102" y="1962626"/>
                  </a:cubicBezTo>
                  <a:cubicBezTo>
                    <a:pt x="716037" y="1755631"/>
                    <a:pt x="859794" y="1557653"/>
                    <a:pt x="1020719" y="1373070"/>
                  </a:cubicBezTo>
                  <a:cubicBezTo>
                    <a:pt x="1101575" y="1281101"/>
                    <a:pt x="1185969" y="1191838"/>
                    <a:pt x="1275080" y="1107081"/>
                  </a:cubicBezTo>
                  <a:cubicBezTo>
                    <a:pt x="1297227" y="1085699"/>
                    <a:pt x="1319504" y="1064575"/>
                    <a:pt x="1342437" y="1043965"/>
                  </a:cubicBezTo>
                  <a:cubicBezTo>
                    <a:pt x="1365240" y="1023226"/>
                    <a:pt x="1387648" y="1002102"/>
                    <a:pt x="1411106" y="982138"/>
                  </a:cubicBezTo>
                  <a:cubicBezTo>
                    <a:pt x="1457497" y="941563"/>
                    <a:pt x="1505065" y="902276"/>
                    <a:pt x="1553029" y="863376"/>
                  </a:cubicBezTo>
                  <a:cubicBezTo>
                    <a:pt x="1745798" y="708806"/>
                    <a:pt x="1954030" y="571882"/>
                    <a:pt x="2173401" y="454409"/>
                  </a:cubicBezTo>
                  <a:cubicBezTo>
                    <a:pt x="2612013" y="219334"/>
                    <a:pt x="3099505" y="65666"/>
                    <a:pt x="3599708" y="16332"/>
                  </a:cubicBezTo>
                  <a:cubicBezTo>
                    <a:pt x="3724530" y="3966"/>
                    <a:pt x="3850400" y="-1283"/>
                    <a:pt x="3975975" y="26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477" name="Freeform: Shape 18476">
              <a:extLst>
                <a:ext uri="{FF2B5EF4-FFF2-40B4-BE49-F238E27FC236}">
                  <a16:creationId xmlns:a16="http://schemas.microsoft.com/office/drawing/2014/main" id="{61023DD2-2E6F-4419-B404-80F08460BE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65276" y="313387"/>
              <a:ext cx="6326724" cy="6561326"/>
            </a:xfrm>
            <a:custGeom>
              <a:avLst/>
              <a:gdLst>
                <a:gd name="connsiteX0" fmla="*/ 6326724 w 6326724"/>
                <a:gd name="connsiteY0" fmla="*/ 5020808 h 6561326"/>
                <a:gd name="connsiteX1" fmla="*/ 6326724 w 6326724"/>
                <a:gd name="connsiteY1" fmla="*/ 5698632 h 6561326"/>
                <a:gd name="connsiteX2" fmla="*/ 6067438 w 6326724"/>
                <a:gd name="connsiteY2" fmla="*/ 5902509 h 6561326"/>
                <a:gd name="connsiteX3" fmla="*/ 5799974 w 6326724"/>
                <a:gd name="connsiteY3" fmla="*/ 6102017 h 6561326"/>
                <a:gd name="connsiteX4" fmla="*/ 5665258 w 6326724"/>
                <a:gd name="connsiteY4" fmla="*/ 6202100 h 6561326"/>
                <a:gd name="connsiteX5" fmla="*/ 5526873 w 6326724"/>
                <a:gd name="connsiteY5" fmla="*/ 6302828 h 6561326"/>
                <a:gd name="connsiteX6" fmla="*/ 5385080 w 6326724"/>
                <a:gd name="connsiteY6" fmla="*/ 6402268 h 6561326"/>
                <a:gd name="connsiteX7" fmla="*/ 5238833 w 6326724"/>
                <a:gd name="connsiteY7" fmla="*/ 6498875 h 6561326"/>
                <a:gd name="connsiteX8" fmla="*/ 5138040 w 6326724"/>
                <a:gd name="connsiteY8" fmla="*/ 6561326 h 6561326"/>
                <a:gd name="connsiteX9" fmla="*/ 3946072 w 6326724"/>
                <a:gd name="connsiteY9" fmla="*/ 6561326 h 6561326"/>
                <a:gd name="connsiteX10" fmla="*/ 3976009 w 6326724"/>
                <a:gd name="connsiteY10" fmla="*/ 6555242 h 6561326"/>
                <a:gd name="connsiteX11" fmla="*/ 4404855 w 6326724"/>
                <a:gd name="connsiteY11" fmla="*/ 6399048 h 6561326"/>
                <a:gd name="connsiteX12" fmla="*/ 4938868 w 6326724"/>
                <a:gd name="connsiteY12" fmla="*/ 6072132 h 6561326"/>
                <a:gd name="connsiteX13" fmla="*/ 5068342 w 6326724"/>
                <a:gd name="connsiteY13" fmla="*/ 5976042 h 6561326"/>
                <a:gd name="connsiteX14" fmla="*/ 5197816 w 6326724"/>
                <a:gd name="connsiteY14" fmla="*/ 5876730 h 6561326"/>
                <a:gd name="connsiteX15" fmla="*/ 5460039 w 6326724"/>
                <a:gd name="connsiteY15" fmla="*/ 5670637 h 6561326"/>
                <a:gd name="connsiteX16" fmla="*/ 5999033 w 6326724"/>
                <a:gd name="connsiteY16" fmla="*/ 5271718 h 6561326"/>
                <a:gd name="connsiteX17" fmla="*/ 6258766 w 6326724"/>
                <a:gd name="connsiteY17" fmla="*/ 5077603 h 6561326"/>
                <a:gd name="connsiteX18" fmla="*/ 4139342 w 6326724"/>
                <a:gd name="connsiteY18" fmla="*/ 440 h 6561326"/>
                <a:gd name="connsiteX19" fmla="*/ 4315744 w 6326724"/>
                <a:gd name="connsiteY19" fmla="*/ 6808 h 6561326"/>
                <a:gd name="connsiteX20" fmla="*/ 5015400 w 6326724"/>
                <a:gd name="connsiteY20" fmla="*/ 113591 h 6561326"/>
                <a:gd name="connsiteX21" fmla="*/ 5681114 w 6326724"/>
                <a:gd name="connsiteY21" fmla="*/ 361418 h 6561326"/>
                <a:gd name="connsiteX22" fmla="*/ 6270952 w 6326724"/>
                <a:gd name="connsiteY22" fmla="*/ 755441 h 6561326"/>
                <a:gd name="connsiteX23" fmla="*/ 6326724 w 6326724"/>
                <a:gd name="connsiteY23" fmla="*/ 807432 h 6561326"/>
                <a:gd name="connsiteX24" fmla="*/ 6326724 w 6326724"/>
                <a:gd name="connsiteY24" fmla="*/ 1231565 h 6561326"/>
                <a:gd name="connsiteX25" fmla="*/ 6302093 w 6326724"/>
                <a:gd name="connsiteY25" fmla="*/ 1203002 h 6561326"/>
                <a:gd name="connsiteX26" fmla="*/ 6066914 w 6326724"/>
                <a:gd name="connsiteY26" fmla="*/ 989616 h 6561326"/>
                <a:gd name="connsiteX27" fmla="*/ 5533688 w 6326724"/>
                <a:gd name="connsiteY27" fmla="*/ 647242 h 6561326"/>
                <a:gd name="connsiteX28" fmla="*/ 4933626 w 6326724"/>
                <a:gd name="connsiteY28" fmla="*/ 432262 h 6561326"/>
                <a:gd name="connsiteX29" fmla="*/ 4296873 w 6326724"/>
                <a:gd name="connsiteY29" fmla="*/ 343126 h 6561326"/>
                <a:gd name="connsiteX30" fmla="*/ 3651602 w 6326724"/>
                <a:gd name="connsiteY30" fmla="*/ 365797 h 6561326"/>
                <a:gd name="connsiteX31" fmla="*/ 3018256 w 6326724"/>
                <a:gd name="connsiteY31" fmla="*/ 496666 h 6561326"/>
                <a:gd name="connsiteX32" fmla="*/ 2412429 w 6326724"/>
                <a:gd name="connsiteY32" fmla="*/ 724399 h 6561326"/>
                <a:gd name="connsiteX33" fmla="*/ 1329857 w 6326724"/>
                <a:gd name="connsiteY33" fmla="*/ 1424086 h 6561326"/>
                <a:gd name="connsiteX34" fmla="*/ 887314 w 6326724"/>
                <a:gd name="connsiteY34" fmla="*/ 1891015 h 6561326"/>
                <a:gd name="connsiteX35" fmla="*/ 537420 w 6326724"/>
                <a:gd name="connsiteY35" fmla="*/ 2427245 h 6561326"/>
                <a:gd name="connsiteX36" fmla="*/ 299965 w 6326724"/>
                <a:gd name="connsiteY36" fmla="*/ 3020021 h 6561326"/>
                <a:gd name="connsiteX37" fmla="*/ 213606 w 6326724"/>
                <a:gd name="connsiteY37" fmla="*/ 3651953 h 6561326"/>
                <a:gd name="connsiteX38" fmla="*/ 250036 w 6326724"/>
                <a:gd name="connsiteY38" fmla="*/ 3961352 h 6561326"/>
                <a:gd name="connsiteX39" fmla="*/ 357625 w 6326724"/>
                <a:gd name="connsiteY39" fmla="*/ 4250783 h 6561326"/>
                <a:gd name="connsiteX40" fmla="*/ 432715 w 6326724"/>
                <a:gd name="connsiteY40" fmla="*/ 4387063 h 6561326"/>
                <a:gd name="connsiteX41" fmla="*/ 518943 w 6326724"/>
                <a:gd name="connsiteY41" fmla="*/ 4518962 h 6561326"/>
                <a:gd name="connsiteX42" fmla="*/ 718133 w 6326724"/>
                <a:gd name="connsiteY42" fmla="*/ 4773874 h 6561326"/>
                <a:gd name="connsiteX43" fmla="*/ 933704 w 6326724"/>
                <a:gd name="connsiteY43" fmla="*/ 5030717 h 6561326"/>
                <a:gd name="connsiteX44" fmla="*/ 1040900 w 6326724"/>
                <a:gd name="connsiteY44" fmla="*/ 5164806 h 6561326"/>
                <a:gd name="connsiteX45" fmla="*/ 1092401 w 6326724"/>
                <a:gd name="connsiteY45" fmla="*/ 5230628 h 6561326"/>
                <a:gd name="connsiteX46" fmla="*/ 1142854 w 6326724"/>
                <a:gd name="connsiteY46" fmla="*/ 5293615 h 6561326"/>
                <a:gd name="connsiteX47" fmla="*/ 1576354 w 6326724"/>
                <a:gd name="connsiteY47" fmla="*/ 5759128 h 6561326"/>
                <a:gd name="connsiteX48" fmla="*/ 1806865 w 6326724"/>
                <a:gd name="connsiteY48" fmla="*/ 5968571 h 6561326"/>
                <a:gd name="connsiteX49" fmla="*/ 2048253 w 6326724"/>
                <a:gd name="connsiteY49" fmla="*/ 6161654 h 6561326"/>
                <a:gd name="connsiteX50" fmla="*/ 2587506 w 6326724"/>
                <a:gd name="connsiteY50" fmla="*/ 6467059 h 6561326"/>
                <a:gd name="connsiteX51" fmla="*/ 2889176 w 6326724"/>
                <a:gd name="connsiteY51" fmla="*/ 6553360 h 6561326"/>
                <a:gd name="connsiteX52" fmla="*/ 2929698 w 6326724"/>
                <a:gd name="connsiteY52" fmla="*/ 6561326 h 6561326"/>
                <a:gd name="connsiteX53" fmla="*/ 1816374 w 6326724"/>
                <a:gd name="connsiteY53" fmla="*/ 6561326 h 6561326"/>
                <a:gd name="connsiteX54" fmla="*/ 1787601 w 6326724"/>
                <a:gd name="connsiteY54" fmla="*/ 6545761 h 6561326"/>
                <a:gd name="connsiteX55" fmla="*/ 1225544 w 6326724"/>
                <a:gd name="connsiteY55" fmla="*/ 6094158 h 6561326"/>
                <a:gd name="connsiteX56" fmla="*/ 997654 w 6326724"/>
                <a:gd name="connsiteY56" fmla="*/ 5822374 h 6561326"/>
                <a:gd name="connsiteX57" fmla="*/ 798596 w 6326724"/>
                <a:gd name="connsiteY57" fmla="*/ 5534615 h 6561326"/>
                <a:gd name="connsiteX58" fmla="*/ 752075 w 6326724"/>
                <a:gd name="connsiteY58" fmla="*/ 5461324 h 6561326"/>
                <a:gd name="connsiteX59" fmla="*/ 707650 w 6326724"/>
                <a:gd name="connsiteY59" fmla="*/ 5390221 h 6561326"/>
                <a:gd name="connsiteX60" fmla="*/ 619980 w 6326724"/>
                <a:gd name="connsiteY60" fmla="*/ 5252396 h 6561326"/>
                <a:gd name="connsiteX61" fmla="*/ 438349 w 6326724"/>
                <a:gd name="connsiteY61" fmla="*/ 4970822 h 6561326"/>
                <a:gd name="connsiteX62" fmla="*/ 261044 w 6326724"/>
                <a:gd name="connsiteY62" fmla="*/ 4673145 h 6561326"/>
                <a:gd name="connsiteX63" fmla="*/ 181107 w 6326724"/>
                <a:gd name="connsiteY63" fmla="*/ 4515356 h 6561326"/>
                <a:gd name="connsiteX64" fmla="*/ 113224 w 6326724"/>
                <a:gd name="connsiteY64" fmla="*/ 4350223 h 6561326"/>
                <a:gd name="connsiteX65" fmla="*/ 61199 w 6326724"/>
                <a:gd name="connsiteY65" fmla="*/ 4178908 h 6561326"/>
                <a:gd name="connsiteX66" fmla="*/ 41804 w 6326724"/>
                <a:gd name="connsiteY66" fmla="*/ 4091577 h 6561326"/>
                <a:gd name="connsiteX67" fmla="*/ 33287 w 6326724"/>
                <a:gd name="connsiteY67" fmla="*/ 4047781 h 6561326"/>
                <a:gd name="connsiteX68" fmla="*/ 26209 w 6326724"/>
                <a:gd name="connsiteY68" fmla="*/ 4003858 h 6561326"/>
                <a:gd name="connsiteX69" fmla="*/ 0 w 6326724"/>
                <a:gd name="connsiteY69" fmla="*/ 3651953 h 6561326"/>
                <a:gd name="connsiteX70" fmla="*/ 72731 w 6326724"/>
                <a:gd name="connsiteY70" fmla="*/ 2966307 h 6561326"/>
                <a:gd name="connsiteX71" fmla="*/ 291316 w 6326724"/>
                <a:gd name="connsiteY71" fmla="*/ 2309385 h 6561326"/>
                <a:gd name="connsiteX72" fmla="*/ 1110878 w 6326724"/>
                <a:gd name="connsiteY72" fmla="*/ 1193776 h 6561326"/>
                <a:gd name="connsiteX73" fmla="*/ 1654327 w 6326724"/>
                <a:gd name="connsiteY73" fmla="*/ 756730 h 6561326"/>
                <a:gd name="connsiteX74" fmla="*/ 2261727 w 6326724"/>
                <a:gd name="connsiteY74" fmla="*/ 409720 h 6561326"/>
                <a:gd name="connsiteX75" fmla="*/ 3610060 w 6326724"/>
                <a:gd name="connsiteY75" fmla="*/ 27032 h 6561326"/>
                <a:gd name="connsiteX76" fmla="*/ 4139342 w 6326724"/>
                <a:gd name="connsiteY76" fmla="*/ 440 h 6561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6326724" h="6561326">
                  <a:moveTo>
                    <a:pt x="6326724" y="5020808"/>
                  </a:moveTo>
                  <a:lnTo>
                    <a:pt x="6326724" y="5698632"/>
                  </a:lnTo>
                  <a:lnTo>
                    <a:pt x="6067438" y="5902509"/>
                  </a:lnTo>
                  <a:cubicBezTo>
                    <a:pt x="5977868" y="5970407"/>
                    <a:pt x="5888364" y="6036453"/>
                    <a:pt x="5799974" y="6102017"/>
                  </a:cubicBezTo>
                  <a:lnTo>
                    <a:pt x="5665258" y="6202100"/>
                  </a:lnTo>
                  <a:cubicBezTo>
                    <a:pt x="5619654" y="6235719"/>
                    <a:pt x="5573656" y="6269596"/>
                    <a:pt x="5526873" y="6302828"/>
                  </a:cubicBezTo>
                  <a:cubicBezTo>
                    <a:pt x="5480220" y="6336189"/>
                    <a:pt x="5433044" y="6369423"/>
                    <a:pt x="5385080" y="6402268"/>
                  </a:cubicBezTo>
                  <a:cubicBezTo>
                    <a:pt x="5336988" y="6434857"/>
                    <a:pt x="5288500" y="6467187"/>
                    <a:pt x="5238833" y="6498875"/>
                  </a:cubicBezTo>
                  <a:lnTo>
                    <a:pt x="5138040" y="6561326"/>
                  </a:lnTo>
                  <a:lnTo>
                    <a:pt x="3946072" y="6561326"/>
                  </a:lnTo>
                  <a:lnTo>
                    <a:pt x="3976009" y="6555242"/>
                  </a:lnTo>
                  <a:cubicBezTo>
                    <a:pt x="4123712" y="6519227"/>
                    <a:pt x="4266863" y="6466383"/>
                    <a:pt x="4404855" y="6399048"/>
                  </a:cubicBezTo>
                  <a:cubicBezTo>
                    <a:pt x="4589500" y="6310299"/>
                    <a:pt x="4765232" y="6196690"/>
                    <a:pt x="4938868" y="6072132"/>
                  </a:cubicBezTo>
                  <a:cubicBezTo>
                    <a:pt x="4982245" y="6041089"/>
                    <a:pt x="5025359" y="6008630"/>
                    <a:pt x="5068342" y="5976042"/>
                  </a:cubicBezTo>
                  <a:cubicBezTo>
                    <a:pt x="5111588" y="5943453"/>
                    <a:pt x="5154702" y="5910349"/>
                    <a:pt x="5197816" y="5876730"/>
                  </a:cubicBezTo>
                  <a:lnTo>
                    <a:pt x="5460039" y="5670637"/>
                  </a:lnTo>
                  <a:cubicBezTo>
                    <a:pt x="5639966" y="5530365"/>
                    <a:pt x="5821596" y="5399753"/>
                    <a:pt x="5999033" y="5271718"/>
                  </a:cubicBezTo>
                  <a:cubicBezTo>
                    <a:pt x="6087686" y="5207700"/>
                    <a:pt x="6174667" y="5143360"/>
                    <a:pt x="6258766" y="5077603"/>
                  </a:cubicBezTo>
                  <a:close/>
                  <a:moveTo>
                    <a:pt x="4139342" y="440"/>
                  </a:moveTo>
                  <a:cubicBezTo>
                    <a:pt x="4198237" y="1301"/>
                    <a:pt x="4257068" y="3427"/>
                    <a:pt x="4315744" y="6808"/>
                  </a:cubicBezTo>
                  <a:cubicBezTo>
                    <a:pt x="4550841" y="20849"/>
                    <a:pt x="4785806" y="55240"/>
                    <a:pt x="5015400" y="113591"/>
                  </a:cubicBezTo>
                  <a:cubicBezTo>
                    <a:pt x="5244992" y="171812"/>
                    <a:pt x="5469212" y="254249"/>
                    <a:pt x="5681114" y="361418"/>
                  </a:cubicBezTo>
                  <a:cubicBezTo>
                    <a:pt x="5892754" y="468586"/>
                    <a:pt x="6093124" y="599584"/>
                    <a:pt x="6270952" y="755441"/>
                  </a:cubicBezTo>
                  <a:lnTo>
                    <a:pt x="6326724" y="807432"/>
                  </a:lnTo>
                  <a:lnTo>
                    <a:pt x="6326724" y="1231565"/>
                  </a:lnTo>
                  <a:lnTo>
                    <a:pt x="6302093" y="1203002"/>
                  </a:lnTo>
                  <a:cubicBezTo>
                    <a:pt x="6227937" y="1127247"/>
                    <a:pt x="6149211" y="1056081"/>
                    <a:pt x="6066914" y="989616"/>
                  </a:cubicBezTo>
                  <a:cubicBezTo>
                    <a:pt x="5902714" y="856299"/>
                    <a:pt x="5724360" y="740371"/>
                    <a:pt x="5533688" y="647242"/>
                  </a:cubicBezTo>
                  <a:cubicBezTo>
                    <a:pt x="5343146" y="553857"/>
                    <a:pt x="5141466" y="482239"/>
                    <a:pt x="4933626" y="432262"/>
                  </a:cubicBezTo>
                  <a:cubicBezTo>
                    <a:pt x="4725788" y="382156"/>
                    <a:pt x="4512182" y="353303"/>
                    <a:pt x="4296873" y="343126"/>
                  </a:cubicBezTo>
                  <a:cubicBezTo>
                    <a:pt x="4081172" y="332435"/>
                    <a:pt x="3865732" y="339520"/>
                    <a:pt x="3651602" y="365797"/>
                  </a:cubicBezTo>
                  <a:cubicBezTo>
                    <a:pt x="3437604" y="392202"/>
                    <a:pt x="3225572" y="436384"/>
                    <a:pt x="3018256" y="496666"/>
                  </a:cubicBezTo>
                  <a:cubicBezTo>
                    <a:pt x="2810809" y="556691"/>
                    <a:pt x="2608474" y="634362"/>
                    <a:pt x="2412429" y="724399"/>
                  </a:cubicBezTo>
                  <a:cubicBezTo>
                    <a:pt x="2019160" y="902541"/>
                    <a:pt x="1651969" y="1138775"/>
                    <a:pt x="1329857" y="1424086"/>
                  </a:cubicBezTo>
                  <a:cubicBezTo>
                    <a:pt x="1169326" y="1567192"/>
                    <a:pt x="1020588" y="1723307"/>
                    <a:pt x="887314" y="1891015"/>
                  </a:cubicBezTo>
                  <a:cubicBezTo>
                    <a:pt x="753778" y="2058466"/>
                    <a:pt x="635967" y="2238026"/>
                    <a:pt x="537420" y="2427245"/>
                  </a:cubicBezTo>
                  <a:cubicBezTo>
                    <a:pt x="438874" y="2616335"/>
                    <a:pt x="356839" y="2814313"/>
                    <a:pt x="299965" y="3020021"/>
                  </a:cubicBezTo>
                  <a:cubicBezTo>
                    <a:pt x="242961" y="3225212"/>
                    <a:pt x="213474" y="3438518"/>
                    <a:pt x="213606" y="3651953"/>
                  </a:cubicBezTo>
                  <a:cubicBezTo>
                    <a:pt x="214785" y="3756804"/>
                    <a:pt x="225269" y="3860881"/>
                    <a:pt x="250036" y="3961352"/>
                  </a:cubicBezTo>
                  <a:cubicBezTo>
                    <a:pt x="274412" y="4061950"/>
                    <a:pt x="312284" y="4158171"/>
                    <a:pt x="357625" y="4250783"/>
                  </a:cubicBezTo>
                  <a:cubicBezTo>
                    <a:pt x="380558" y="4297025"/>
                    <a:pt x="405982" y="4342366"/>
                    <a:pt x="432715" y="4387063"/>
                  </a:cubicBezTo>
                  <a:cubicBezTo>
                    <a:pt x="459841" y="4431630"/>
                    <a:pt x="488803" y="4475554"/>
                    <a:pt x="518943" y="4518962"/>
                  </a:cubicBezTo>
                  <a:cubicBezTo>
                    <a:pt x="580011" y="4605521"/>
                    <a:pt x="647893" y="4689504"/>
                    <a:pt x="718133" y="4773874"/>
                  </a:cubicBezTo>
                  <a:cubicBezTo>
                    <a:pt x="788374" y="4858372"/>
                    <a:pt x="861760" y="4942871"/>
                    <a:pt x="933704" y="5030717"/>
                  </a:cubicBezTo>
                  <a:cubicBezTo>
                    <a:pt x="969742" y="5074512"/>
                    <a:pt x="1005387" y="5119337"/>
                    <a:pt x="1040900" y="5164806"/>
                  </a:cubicBezTo>
                  <a:lnTo>
                    <a:pt x="1092401" y="5230628"/>
                  </a:lnTo>
                  <a:cubicBezTo>
                    <a:pt x="1109306" y="5251624"/>
                    <a:pt x="1125425" y="5273135"/>
                    <a:pt x="1142854" y="5293615"/>
                  </a:cubicBezTo>
                  <a:cubicBezTo>
                    <a:pt x="1278880" y="5460293"/>
                    <a:pt x="1426438" y="5613704"/>
                    <a:pt x="1576354" y="5759128"/>
                  </a:cubicBezTo>
                  <a:cubicBezTo>
                    <a:pt x="1651706" y="5831519"/>
                    <a:pt x="1728368" y="5901461"/>
                    <a:pt x="1806865" y="5968571"/>
                  </a:cubicBezTo>
                  <a:cubicBezTo>
                    <a:pt x="1885362" y="6035680"/>
                    <a:pt x="1965299" y="6100599"/>
                    <a:pt x="2048253" y="6161654"/>
                  </a:cubicBezTo>
                  <a:cubicBezTo>
                    <a:pt x="2213502" y="6284022"/>
                    <a:pt x="2391724" y="6393380"/>
                    <a:pt x="2587506" y="6467059"/>
                  </a:cubicBezTo>
                  <a:cubicBezTo>
                    <a:pt x="2685137" y="6503898"/>
                    <a:pt x="2786304" y="6532106"/>
                    <a:pt x="2889176" y="6553360"/>
                  </a:cubicBezTo>
                  <a:lnTo>
                    <a:pt x="2929698" y="6561326"/>
                  </a:lnTo>
                  <a:lnTo>
                    <a:pt x="1816374" y="6561326"/>
                  </a:lnTo>
                  <a:lnTo>
                    <a:pt x="1787601" y="6545761"/>
                  </a:lnTo>
                  <a:cubicBezTo>
                    <a:pt x="1577272" y="6422749"/>
                    <a:pt x="1389483" y="6266761"/>
                    <a:pt x="1225544" y="6094158"/>
                  </a:cubicBezTo>
                  <a:cubicBezTo>
                    <a:pt x="1143116" y="6007986"/>
                    <a:pt x="1068158" y="5916274"/>
                    <a:pt x="997654" y="5822374"/>
                  </a:cubicBezTo>
                  <a:cubicBezTo>
                    <a:pt x="927546" y="5728086"/>
                    <a:pt x="860842" y="5632381"/>
                    <a:pt x="798596" y="5534615"/>
                  </a:cubicBezTo>
                  <a:cubicBezTo>
                    <a:pt x="782608" y="5510399"/>
                    <a:pt x="767537" y="5485797"/>
                    <a:pt x="752075" y="5461324"/>
                  </a:cubicBezTo>
                  <a:lnTo>
                    <a:pt x="707650" y="5390221"/>
                  </a:lnTo>
                  <a:cubicBezTo>
                    <a:pt x="679213" y="5344237"/>
                    <a:pt x="649728" y="5298638"/>
                    <a:pt x="619980" y="5252396"/>
                  </a:cubicBezTo>
                  <a:lnTo>
                    <a:pt x="438349" y="4970822"/>
                  </a:lnTo>
                  <a:cubicBezTo>
                    <a:pt x="377413" y="4874860"/>
                    <a:pt x="317263" y="4776064"/>
                    <a:pt x="261044" y="4673145"/>
                  </a:cubicBezTo>
                  <a:cubicBezTo>
                    <a:pt x="233000" y="4621622"/>
                    <a:pt x="205874" y="4569197"/>
                    <a:pt x="181107" y="4515356"/>
                  </a:cubicBezTo>
                  <a:cubicBezTo>
                    <a:pt x="156470" y="4461385"/>
                    <a:pt x="133537" y="4406385"/>
                    <a:pt x="113224" y="4350223"/>
                  </a:cubicBezTo>
                  <a:cubicBezTo>
                    <a:pt x="93305" y="4293934"/>
                    <a:pt x="75614" y="4236872"/>
                    <a:pt x="61199" y="4178908"/>
                  </a:cubicBezTo>
                  <a:cubicBezTo>
                    <a:pt x="54385" y="4149927"/>
                    <a:pt x="47440" y="4120815"/>
                    <a:pt x="41804" y="4091577"/>
                  </a:cubicBezTo>
                  <a:lnTo>
                    <a:pt x="33287" y="4047781"/>
                  </a:lnTo>
                  <a:lnTo>
                    <a:pt x="26209" y="4003858"/>
                  </a:lnTo>
                  <a:cubicBezTo>
                    <a:pt x="7732" y="3886643"/>
                    <a:pt x="0" y="3768783"/>
                    <a:pt x="0" y="3651953"/>
                  </a:cubicBezTo>
                  <a:cubicBezTo>
                    <a:pt x="524" y="3422031"/>
                    <a:pt x="25030" y="3192109"/>
                    <a:pt x="72731" y="2966307"/>
                  </a:cubicBezTo>
                  <a:cubicBezTo>
                    <a:pt x="120301" y="2740634"/>
                    <a:pt x="193163" y="2519343"/>
                    <a:pt x="291316" y="2309385"/>
                  </a:cubicBezTo>
                  <a:cubicBezTo>
                    <a:pt x="488540" y="1889469"/>
                    <a:pt x="774352" y="1513736"/>
                    <a:pt x="1110878" y="1193776"/>
                  </a:cubicBezTo>
                  <a:cubicBezTo>
                    <a:pt x="1279535" y="1033797"/>
                    <a:pt x="1461821" y="887856"/>
                    <a:pt x="1654327" y="756730"/>
                  </a:cubicBezTo>
                  <a:cubicBezTo>
                    <a:pt x="1847096" y="625732"/>
                    <a:pt x="2049956" y="509031"/>
                    <a:pt x="2261727" y="409720"/>
                  </a:cubicBezTo>
                  <a:cubicBezTo>
                    <a:pt x="2685792" y="212515"/>
                    <a:pt x="3142357" y="82162"/>
                    <a:pt x="3610060" y="27032"/>
                  </a:cubicBezTo>
                  <a:cubicBezTo>
                    <a:pt x="3785399" y="6647"/>
                    <a:pt x="3962657" y="-2144"/>
                    <a:pt x="4139342" y="44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478" name="Freeform: Shape 18477">
              <a:extLst>
                <a:ext uri="{FF2B5EF4-FFF2-40B4-BE49-F238E27FC236}">
                  <a16:creationId xmlns:a16="http://schemas.microsoft.com/office/drawing/2014/main" id="{BC4A6C98-F96E-4587-B01F-A9B01BBFAD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0322" y="353119"/>
              <a:ext cx="6321679" cy="6521594"/>
            </a:xfrm>
            <a:custGeom>
              <a:avLst/>
              <a:gdLst>
                <a:gd name="connsiteX0" fmla="*/ 4150102 w 6321679"/>
                <a:gd name="connsiteY0" fmla="*/ 0 h 6521594"/>
                <a:gd name="connsiteX1" fmla="*/ 6083891 w 6321679"/>
                <a:gd name="connsiteY1" fmla="*/ 619943 h 6521594"/>
                <a:gd name="connsiteX2" fmla="*/ 6321679 w 6321679"/>
                <a:gd name="connsiteY2" fmla="*/ 822247 h 6521594"/>
                <a:gd name="connsiteX3" fmla="*/ 6321679 w 6321679"/>
                <a:gd name="connsiteY3" fmla="*/ 1866928 h 6521594"/>
                <a:gd name="connsiteX4" fmla="*/ 6212358 w 6321679"/>
                <a:gd name="connsiteY4" fmla="*/ 1689281 h 6521594"/>
                <a:gd name="connsiteX5" fmla="*/ 6049880 w 6321679"/>
                <a:gd name="connsiteY5" fmla="*/ 1477173 h 6521594"/>
                <a:gd name="connsiteX6" fmla="*/ 5248663 w 6321679"/>
                <a:gd name="connsiteY6" fmla="*/ 869327 h 6521594"/>
                <a:gd name="connsiteX7" fmla="*/ 4150102 w 6321679"/>
                <a:gd name="connsiteY7" fmla="*/ 644042 h 6521594"/>
                <a:gd name="connsiteX8" fmla="*/ 2867946 w 6321679"/>
                <a:gd name="connsiteY8" fmla="*/ 886459 h 6521594"/>
                <a:gd name="connsiteX9" fmla="*/ 1728892 w 6321679"/>
                <a:gd name="connsiteY9" fmla="*/ 1552397 h 6521594"/>
                <a:gd name="connsiteX10" fmla="*/ 941043 w 6321679"/>
                <a:gd name="connsiteY10" fmla="*/ 2512664 h 6521594"/>
                <a:gd name="connsiteX11" fmla="*/ 655362 w 6321679"/>
                <a:gd name="connsiteY11" fmla="*/ 3630204 h 6521594"/>
                <a:gd name="connsiteX12" fmla="*/ 1128177 w 6321679"/>
                <a:gd name="connsiteY12" fmla="*/ 4667883 h 6521594"/>
                <a:gd name="connsiteX13" fmla="*/ 1366419 w 6321679"/>
                <a:gd name="connsiteY13" fmla="*/ 4997246 h 6521594"/>
                <a:gd name="connsiteX14" fmla="*/ 3601937 w 6321679"/>
                <a:gd name="connsiteY14" fmla="*/ 6284685 h 6521594"/>
                <a:gd name="connsiteX15" fmla="*/ 5298985 w 6321679"/>
                <a:gd name="connsiteY15" fmla="*/ 5492643 h 6521594"/>
                <a:gd name="connsiteX16" fmla="*/ 5505513 w 6321679"/>
                <a:gd name="connsiteY16" fmla="*/ 5335367 h 6521594"/>
                <a:gd name="connsiteX17" fmla="*/ 6252618 w 6321679"/>
                <a:gd name="connsiteY17" fmla="*/ 4722492 h 6521594"/>
                <a:gd name="connsiteX18" fmla="*/ 6321679 w 6321679"/>
                <a:gd name="connsiteY18" fmla="*/ 4651477 h 6521594"/>
                <a:gd name="connsiteX19" fmla="*/ 6321679 w 6321679"/>
                <a:gd name="connsiteY19" fmla="*/ 5523097 h 6521594"/>
                <a:gd name="connsiteX20" fmla="*/ 6024428 w 6321679"/>
                <a:gd name="connsiteY20" fmla="*/ 5754969 h 6521594"/>
                <a:gd name="connsiteX21" fmla="*/ 5702345 w 6321679"/>
                <a:gd name="connsiteY21" fmla="*/ 6000018 h 6521594"/>
                <a:gd name="connsiteX22" fmla="*/ 4988380 w 6321679"/>
                <a:gd name="connsiteY22" fmla="*/ 6506549 h 6521594"/>
                <a:gd name="connsiteX23" fmla="*/ 4961490 w 6321679"/>
                <a:gd name="connsiteY23" fmla="*/ 6521594 h 6521594"/>
                <a:gd name="connsiteX24" fmla="*/ 2011326 w 6321679"/>
                <a:gd name="connsiteY24" fmla="*/ 6521594 h 6521594"/>
                <a:gd name="connsiteX25" fmla="*/ 1982893 w 6321679"/>
                <a:gd name="connsiteY25" fmla="*/ 6505768 h 6521594"/>
                <a:gd name="connsiteX26" fmla="*/ 824149 w 6321679"/>
                <a:gd name="connsiteY26" fmla="*/ 5358682 h 6521594"/>
                <a:gd name="connsiteX27" fmla="*/ 0 w 6321679"/>
                <a:gd name="connsiteY27" fmla="*/ 3630075 h 6521594"/>
                <a:gd name="connsiteX28" fmla="*/ 4150102 w 6321679"/>
                <a:gd name="connsiteY28" fmla="*/ 0 h 6521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6321679" h="6521594">
                  <a:moveTo>
                    <a:pt x="4150102" y="0"/>
                  </a:moveTo>
                  <a:cubicBezTo>
                    <a:pt x="4918148" y="0"/>
                    <a:pt x="5569597" y="228540"/>
                    <a:pt x="6083891" y="619943"/>
                  </a:cubicBezTo>
                  <a:lnTo>
                    <a:pt x="6321679" y="822247"/>
                  </a:lnTo>
                  <a:lnTo>
                    <a:pt x="6321679" y="1866928"/>
                  </a:lnTo>
                  <a:lnTo>
                    <a:pt x="6212358" y="1689281"/>
                  </a:lnTo>
                  <a:cubicBezTo>
                    <a:pt x="6161484" y="1615222"/>
                    <a:pt x="6107295" y="1544427"/>
                    <a:pt x="6049880" y="1477173"/>
                  </a:cubicBezTo>
                  <a:cubicBezTo>
                    <a:pt x="5825135" y="1214018"/>
                    <a:pt x="5555573" y="1009470"/>
                    <a:pt x="5248663" y="869327"/>
                  </a:cubicBezTo>
                  <a:cubicBezTo>
                    <a:pt x="4921178" y="719909"/>
                    <a:pt x="4551627" y="644042"/>
                    <a:pt x="4150102" y="644042"/>
                  </a:cubicBezTo>
                  <a:cubicBezTo>
                    <a:pt x="3724203" y="644042"/>
                    <a:pt x="3292799" y="725448"/>
                    <a:pt x="2867946" y="886459"/>
                  </a:cubicBezTo>
                  <a:cubicBezTo>
                    <a:pt x="2454234" y="1042832"/>
                    <a:pt x="2060440" y="1273141"/>
                    <a:pt x="1728892" y="1552397"/>
                  </a:cubicBezTo>
                  <a:cubicBezTo>
                    <a:pt x="1391580" y="1836419"/>
                    <a:pt x="1126473" y="2159600"/>
                    <a:pt x="941043" y="2512664"/>
                  </a:cubicBezTo>
                  <a:cubicBezTo>
                    <a:pt x="751551" y="2873583"/>
                    <a:pt x="655362" y="3249575"/>
                    <a:pt x="655362" y="3630204"/>
                  </a:cubicBezTo>
                  <a:cubicBezTo>
                    <a:pt x="655362" y="4013537"/>
                    <a:pt x="808817" y="4237405"/>
                    <a:pt x="1128177" y="4667883"/>
                  </a:cubicBezTo>
                  <a:cubicBezTo>
                    <a:pt x="1205232" y="4771702"/>
                    <a:pt x="1284908" y="4879129"/>
                    <a:pt x="1366419" y="4997246"/>
                  </a:cubicBezTo>
                  <a:cubicBezTo>
                    <a:pt x="1989282" y="5899677"/>
                    <a:pt x="2657880" y="6284685"/>
                    <a:pt x="3601937" y="6284685"/>
                  </a:cubicBezTo>
                  <a:cubicBezTo>
                    <a:pt x="4221523" y="6284685"/>
                    <a:pt x="4676122" y="5971036"/>
                    <a:pt x="5298985" y="5492643"/>
                  </a:cubicBezTo>
                  <a:cubicBezTo>
                    <a:pt x="5368571" y="5439187"/>
                    <a:pt x="5438156" y="5386375"/>
                    <a:pt x="5505513" y="5335367"/>
                  </a:cubicBezTo>
                  <a:cubicBezTo>
                    <a:pt x="5779335" y="5127761"/>
                    <a:pt x="6041730" y="4928776"/>
                    <a:pt x="6252618" y="4722492"/>
                  </a:cubicBezTo>
                  <a:lnTo>
                    <a:pt x="6321679" y="4651477"/>
                  </a:lnTo>
                  <a:lnTo>
                    <a:pt x="6321679" y="5523097"/>
                  </a:lnTo>
                  <a:lnTo>
                    <a:pt x="6024428" y="5754969"/>
                  </a:lnTo>
                  <a:cubicBezTo>
                    <a:pt x="5918395" y="5835747"/>
                    <a:pt x="5810491" y="5916953"/>
                    <a:pt x="5702345" y="6000018"/>
                  </a:cubicBezTo>
                  <a:cubicBezTo>
                    <a:pt x="5466020" y="6181541"/>
                    <a:pt x="5232938" y="6357503"/>
                    <a:pt x="4988380" y="6506549"/>
                  </a:cubicBezTo>
                  <a:lnTo>
                    <a:pt x="4961490" y="6521594"/>
                  </a:lnTo>
                  <a:lnTo>
                    <a:pt x="2011326" y="6521594"/>
                  </a:lnTo>
                  <a:lnTo>
                    <a:pt x="1982893" y="6505768"/>
                  </a:lnTo>
                  <a:cubicBezTo>
                    <a:pt x="1531799" y="6233999"/>
                    <a:pt x="1157400" y="5841520"/>
                    <a:pt x="824149" y="5358682"/>
                  </a:cubicBezTo>
                  <a:cubicBezTo>
                    <a:pt x="424196" y="4779302"/>
                    <a:pt x="0" y="4381929"/>
                    <a:pt x="0" y="3630075"/>
                  </a:cubicBezTo>
                  <a:cubicBezTo>
                    <a:pt x="0" y="1625174"/>
                    <a:pt x="2089794" y="0"/>
                    <a:pt x="415010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479" name="Freeform: Shape 18478">
              <a:extLst>
                <a:ext uri="{FF2B5EF4-FFF2-40B4-BE49-F238E27FC236}">
                  <a16:creationId xmlns:a16="http://schemas.microsoft.com/office/drawing/2014/main" id="{A66409EC-9CC3-482A-A4A5-54ED092B3F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0322" y="353119"/>
              <a:ext cx="6321679" cy="6521594"/>
            </a:xfrm>
            <a:custGeom>
              <a:avLst/>
              <a:gdLst>
                <a:gd name="connsiteX0" fmla="*/ 4150102 w 6321679"/>
                <a:gd name="connsiteY0" fmla="*/ 0 h 6521594"/>
                <a:gd name="connsiteX1" fmla="*/ 6083891 w 6321679"/>
                <a:gd name="connsiteY1" fmla="*/ 619943 h 6521594"/>
                <a:gd name="connsiteX2" fmla="*/ 6321679 w 6321679"/>
                <a:gd name="connsiteY2" fmla="*/ 822247 h 6521594"/>
                <a:gd name="connsiteX3" fmla="*/ 6321679 w 6321679"/>
                <a:gd name="connsiteY3" fmla="*/ 2150195 h 6521594"/>
                <a:gd name="connsiteX4" fmla="*/ 6241288 w 6321679"/>
                <a:gd name="connsiteY4" fmla="*/ 1985338 h 6521594"/>
                <a:gd name="connsiteX5" fmla="*/ 5949367 w 6321679"/>
                <a:gd name="connsiteY5" fmla="*/ 1559997 h 6521594"/>
                <a:gd name="connsiteX6" fmla="*/ 5193362 w 6321679"/>
                <a:gd name="connsiteY6" fmla="*/ 986156 h 6521594"/>
                <a:gd name="connsiteX7" fmla="*/ 4150102 w 6321679"/>
                <a:gd name="connsiteY7" fmla="*/ 772850 h 6521594"/>
                <a:gd name="connsiteX8" fmla="*/ 2914861 w 6321679"/>
                <a:gd name="connsiteY8" fmla="*/ 1006637 h 6521594"/>
                <a:gd name="connsiteX9" fmla="*/ 1814073 w 6321679"/>
                <a:gd name="connsiteY9" fmla="*/ 1650163 h 6521594"/>
                <a:gd name="connsiteX10" fmla="*/ 1057412 w 6321679"/>
                <a:gd name="connsiteY10" fmla="*/ 2571657 h 6521594"/>
                <a:gd name="connsiteX11" fmla="*/ 786277 w 6321679"/>
                <a:gd name="connsiteY11" fmla="*/ 3630204 h 6521594"/>
                <a:gd name="connsiteX12" fmla="*/ 1233931 w 6321679"/>
                <a:gd name="connsiteY12" fmla="*/ 4592016 h 6521594"/>
                <a:gd name="connsiteX13" fmla="*/ 1474795 w 6321679"/>
                <a:gd name="connsiteY13" fmla="*/ 4924985 h 6521594"/>
                <a:gd name="connsiteX14" fmla="*/ 2393691 w 6321679"/>
                <a:gd name="connsiteY14" fmla="*/ 5846995 h 6521594"/>
                <a:gd name="connsiteX15" fmla="*/ 3601805 w 6321679"/>
                <a:gd name="connsiteY15" fmla="*/ 6155876 h 6521594"/>
                <a:gd name="connsiteX16" fmla="*/ 4378909 w 6321679"/>
                <a:gd name="connsiteY16" fmla="*/ 5959186 h 6521594"/>
                <a:gd name="connsiteX17" fmla="*/ 5218129 w 6321679"/>
                <a:gd name="connsiteY17" fmla="*/ 5391271 h 6521594"/>
                <a:gd name="connsiteX18" fmla="*/ 5425313 w 6321679"/>
                <a:gd name="connsiteY18" fmla="*/ 5233481 h 6521594"/>
                <a:gd name="connsiteX19" fmla="*/ 6254366 w 6321679"/>
                <a:gd name="connsiteY19" fmla="*/ 4534301 h 6521594"/>
                <a:gd name="connsiteX20" fmla="*/ 6321679 w 6321679"/>
                <a:gd name="connsiteY20" fmla="*/ 4456641 h 6521594"/>
                <a:gd name="connsiteX21" fmla="*/ 6321679 w 6321679"/>
                <a:gd name="connsiteY21" fmla="*/ 5523097 h 6521594"/>
                <a:gd name="connsiteX22" fmla="*/ 6024428 w 6321679"/>
                <a:gd name="connsiteY22" fmla="*/ 5754969 h 6521594"/>
                <a:gd name="connsiteX23" fmla="*/ 5702345 w 6321679"/>
                <a:gd name="connsiteY23" fmla="*/ 6000018 h 6521594"/>
                <a:gd name="connsiteX24" fmla="*/ 4988380 w 6321679"/>
                <a:gd name="connsiteY24" fmla="*/ 6506549 h 6521594"/>
                <a:gd name="connsiteX25" fmla="*/ 4961490 w 6321679"/>
                <a:gd name="connsiteY25" fmla="*/ 6521594 h 6521594"/>
                <a:gd name="connsiteX26" fmla="*/ 2011326 w 6321679"/>
                <a:gd name="connsiteY26" fmla="*/ 6521594 h 6521594"/>
                <a:gd name="connsiteX27" fmla="*/ 1982893 w 6321679"/>
                <a:gd name="connsiteY27" fmla="*/ 6505768 h 6521594"/>
                <a:gd name="connsiteX28" fmla="*/ 824149 w 6321679"/>
                <a:gd name="connsiteY28" fmla="*/ 5358682 h 6521594"/>
                <a:gd name="connsiteX29" fmla="*/ 0 w 6321679"/>
                <a:gd name="connsiteY29" fmla="*/ 3630075 h 6521594"/>
                <a:gd name="connsiteX30" fmla="*/ 4150102 w 6321679"/>
                <a:gd name="connsiteY30" fmla="*/ 0 h 6521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6321679" h="6521594">
                  <a:moveTo>
                    <a:pt x="4150102" y="0"/>
                  </a:moveTo>
                  <a:cubicBezTo>
                    <a:pt x="4918148" y="0"/>
                    <a:pt x="5569597" y="228540"/>
                    <a:pt x="6083891" y="619943"/>
                  </a:cubicBezTo>
                  <a:lnTo>
                    <a:pt x="6321679" y="822247"/>
                  </a:lnTo>
                  <a:lnTo>
                    <a:pt x="6321679" y="2150195"/>
                  </a:lnTo>
                  <a:lnTo>
                    <a:pt x="6241288" y="1985338"/>
                  </a:lnTo>
                  <a:cubicBezTo>
                    <a:pt x="6156788" y="1831195"/>
                    <a:pt x="6059249" y="1688709"/>
                    <a:pt x="5949367" y="1559997"/>
                  </a:cubicBezTo>
                  <a:cubicBezTo>
                    <a:pt x="5737073" y="1311397"/>
                    <a:pt x="5482843" y="1118314"/>
                    <a:pt x="5193362" y="986156"/>
                  </a:cubicBezTo>
                  <a:cubicBezTo>
                    <a:pt x="4883437" y="844596"/>
                    <a:pt x="4532365" y="772850"/>
                    <a:pt x="4150102" y="772850"/>
                  </a:cubicBezTo>
                  <a:cubicBezTo>
                    <a:pt x="3746218" y="772850"/>
                    <a:pt x="3319008" y="853613"/>
                    <a:pt x="2914861" y="1006637"/>
                  </a:cubicBezTo>
                  <a:cubicBezTo>
                    <a:pt x="2515039" y="1157857"/>
                    <a:pt x="2134350" y="1380438"/>
                    <a:pt x="1814073" y="1650163"/>
                  </a:cubicBezTo>
                  <a:cubicBezTo>
                    <a:pt x="1494190" y="1919502"/>
                    <a:pt x="1232622" y="2238173"/>
                    <a:pt x="1057412" y="2571657"/>
                  </a:cubicBezTo>
                  <a:cubicBezTo>
                    <a:pt x="877486" y="2914158"/>
                    <a:pt x="786277" y="3270313"/>
                    <a:pt x="786277" y="3630204"/>
                  </a:cubicBezTo>
                  <a:cubicBezTo>
                    <a:pt x="786277" y="3974121"/>
                    <a:pt x="923483" y="4173646"/>
                    <a:pt x="1233931" y="4592016"/>
                  </a:cubicBezTo>
                  <a:cubicBezTo>
                    <a:pt x="1311641" y="4696736"/>
                    <a:pt x="1391972" y="4805064"/>
                    <a:pt x="1474795" y="4924985"/>
                  </a:cubicBezTo>
                  <a:cubicBezTo>
                    <a:pt x="1767682" y="5349278"/>
                    <a:pt x="2068172" y="5650948"/>
                    <a:pt x="2393691" y="5846995"/>
                  </a:cubicBezTo>
                  <a:cubicBezTo>
                    <a:pt x="2738735" y="6054891"/>
                    <a:pt x="3133971" y="6155876"/>
                    <a:pt x="3601805" y="6155876"/>
                  </a:cubicBezTo>
                  <a:cubicBezTo>
                    <a:pt x="3867305" y="6155876"/>
                    <a:pt x="4114196" y="6093405"/>
                    <a:pt x="4378909" y="5959186"/>
                  </a:cubicBezTo>
                  <a:cubicBezTo>
                    <a:pt x="4650699" y="5821362"/>
                    <a:pt x="4919737" y="5620421"/>
                    <a:pt x="5218129" y="5391271"/>
                  </a:cubicBezTo>
                  <a:cubicBezTo>
                    <a:pt x="5288107" y="5337558"/>
                    <a:pt x="5357824" y="5284617"/>
                    <a:pt x="5425313" y="5233481"/>
                  </a:cubicBezTo>
                  <a:cubicBezTo>
                    <a:pt x="5739037" y="4995556"/>
                    <a:pt x="6037512" y="4769168"/>
                    <a:pt x="6254366" y="4534301"/>
                  </a:cubicBezTo>
                  <a:lnTo>
                    <a:pt x="6321679" y="4456641"/>
                  </a:lnTo>
                  <a:lnTo>
                    <a:pt x="6321679" y="5523097"/>
                  </a:lnTo>
                  <a:lnTo>
                    <a:pt x="6024428" y="5754969"/>
                  </a:lnTo>
                  <a:cubicBezTo>
                    <a:pt x="5918395" y="5835747"/>
                    <a:pt x="5810491" y="5916953"/>
                    <a:pt x="5702345" y="6000018"/>
                  </a:cubicBezTo>
                  <a:cubicBezTo>
                    <a:pt x="5466020" y="6181541"/>
                    <a:pt x="5232938" y="6357503"/>
                    <a:pt x="4988380" y="6506549"/>
                  </a:cubicBezTo>
                  <a:lnTo>
                    <a:pt x="4961490" y="6521594"/>
                  </a:lnTo>
                  <a:lnTo>
                    <a:pt x="2011326" y="6521594"/>
                  </a:lnTo>
                  <a:lnTo>
                    <a:pt x="1982893" y="6505768"/>
                  </a:lnTo>
                  <a:cubicBezTo>
                    <a:pt x="1531799" y="6233999"/>
                    <a:pt x="1157400" y="5841520"/>
                    <a:pt x="824149" y="5358682"/>
                  </a:cubicBezTo>
                  <a:cubicBezTo>
                    <a:pt x="424196" y="4779302"/>
                    <a:pt x="0" y="4381929"/>
                    <a:pt x="0" y="3630075"/>
                  </a:cubicBezTo>
                  <a:cubicBezTo>
                    <a:pt x="0" y="1625174"/>
                    <a:pt x="2089794" y="0"/>
                    <a:pt x="415010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3" name="Picture 2" descr="A diagram of a model&#10;&#10;Description automatically generated">
            <a:extLst>
              <a:ext uri="{FF2B5EF4-FFF2-40B4-BE49-F238E27FC236}">
                <a16:creationId xmlns:a16="http://schemas.microsoft.com/office/drawing/2014/main" id="{32FEBE52-57AC-4D0A-BACC-42F76F533E24}"/>
              </a:ext>
            </a:extLst>
          </p:cNvPr>
          <p:cNvPicPr>
            <a:picLocks noChangeAspect="1"/>
          </p:cNvPicPr>
          <p:nvPr/>
        </p:nvPicPr>
        <p:blipFill>
          <a:blip r:embed="rId3">
            <a:extLst>
              <a:ext uri="{837473B0-CC2E-450A-ABE3-18F120FF3D39}">
                <a1611:picAttrSrcUrl xmlns:a1611="http://schemas.microsoft.com/office/drawing/2016/11/main" r:id="rId4"/>
              </a:ext>
            </a:extLst>
          </a:blip>
          <a:stretch>
            <a:fillRect/>
          </a:stretch>
        </p:blipFill>
        <p:spPr>
          <a:xfrm>
            <a:off x="7708392" y="2663636"/>
            <a:ext cx="4142232" cy="2454272"/>
          </a:xfrm>
          <a:prstGeom prst="rect">
            <a:avLst/>
          </a:prstGeom>
        </p:spPr>
      </p:pic>
      <p:sp>
        <p:nvSpPr>
          <p:cNvPr id="18457" name="Slide Number Placeholder 1">
            <a:extLst>
              <a:ext uri="{FF2B5EF4-FFF2-40B4-BE49-F238E27FC236}">
                <a16:creationId xmlns:a16="http://schemas.microsoft.com/office/drawing/2014/main" id="{083D69B7-3047-A388-43FB-3F5F6F62A853}"/>
              </a:ext>
            </a:extLst>
          </p:cNvPr>
          <p:cNvSpPr>
            <a:spLocks noGrp="1"/>
          </p:cNvSpPr>
          <p:nvPr>
            <p:ph type="sldNum" sz="quarter" idx="12"/>
          </p:nvPr>
        </p:nvSpPr>
        <p:spPr>
          <a:xfrm>
            <a:off x="8610600" y="6356350"/>
            <a:ext cx="2743200" cy="365125"/>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lvl1pPr>
              <a:spcBef>
                <a:spcPct val="20000"/>
              </a:spcBef>
              <a:buChar char="•"/>
              <a:defRPr b="1">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b="1">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b="1">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b="1">
                <a:solidFill>
                  <a:schemeClr val="tx1"/>
                </a:solidFill>
                <a:latin typeface="Arial" panose="020B0604020202020204" pitchFamily="34" charset="0"/>
                <a:ea typeface="ＭＳ Ｐゴシック" panose="020B0600070205080204" pitchFamily="34" charset="-128"/>
              </a:defRPr>
            </a:lvl9pPr>
          </a:lstStyle>
          <a:p>
            <a:pPr>
              <a:spcBef>
                <a:spcPct val="0"/>
              </a:spcBef>
              <a:spcAft>
                <a:spcPts val="600"/>
              </a:spcAft>
              <a:buNone/>
            </a:pPr>
            <a:fld id="{A625B75F-367B-4E12-95A6-07814CEB54EF}" type="slidenum">
              <a:rPr lang="en-US" altLang="en-US" b="0"/>
              <a:pPr>
                <a:spcBef>
                  <a:spcPct val="0"/>
                </a:spcBef>
                <a:spcAft>
                  <a:spcPts val="600"/>
                </a:spcAft>
                <a:buNone/>
              </a:pPr>
              <a:t>5</a:t>
            </a:fld>
            <a:endParaRPr lang="en-US" altLang="en-US" b="0"/>
          </a:p>
        </p:txBody>
      </p:sp>
      <p:sp>
        <p:nvSpPr>
          <p:cNvPr id="4" name="TextBox 3">
            <a:extLst>
              <a:ext uri="{FF2B5EF4-FFF2-40B4-BE49-F238E27FC236}">
                <a16:creationId xmlns:a16="http://schemas.microsoft.com/office/drawing/2014/main" id="{DA049F63-D846-E470-DDB7-318B43A08C8D}"/>
              </a:ext>
            </a:extLst>
          </p:cNvPr>
          <p:cNvSpPr txBox="1"/>
          <p:nvPr/>
        </p:nvSpPr>
        <p:spPr>
          <a:xfrm>
            <a:off x="9742862" y="6538134"/>
            <a:ext cx="2416046" cy="200055"/>
          </a:xfrm>
          <a:prstGeom prst="rect">
            <a:avLst/>
          </a:prstGeom>
          <a:solidFill>
            <a:srgbClr val="000000"/>
          </a:solidFill>
        </p:spPr>
        <p:txBody>
          <a:bodyPr wrap="none" rtlCol="0">
            <a:spAutoFit/>
          </a:bodyPr>
          <a:lstStyle/>
          <a:p>
            <a:pPr algn="r">
              <a:spcAft>
                <a:spcPts val="600"/>
              </a:spcAft>
            </a:pPr>
            <a:r>
              <a:rPr lang="en-IE" sz="700" dirty="0">
                <a:solidFill>
                  <a:srgbClr val="FFFFFF"/>
                </a:solidFill>
                <a:latin typeface="+mn-lt"/>
                <a:ea typeface="+mn-ea"/>
                <a:hlinkClick r:id="rId4" tooltip="https://www.blogforlearning.com/2019/06/codeigniter-tutorial-2-mvc-and-routing.html">
                  <a:extLst>
                    <a:ext uri="{A12FA001-AC4F-418D-AE19-62706E023703}">
                      <ahyp:hlinkClr xmlns:ahyp="http://schemas.microsoft.com/office/drawing/2018/hyperlinkcolor" val="tx"/>
                    </a:ext>
                  </a:extLst>
                </a:hlinkClick>
              </a:rPr>
              <a:t>This Photo</a:t>
            </a:r>
            <a:r>
              <a:rPr lang="en-IE" sz="700" dirty="0">
                <a:solidFill>
                  <a:srgbClr val="FFFFFF"/>
                </a:solidFill>
                <a:latin typeface="+mn-lt"/>
                <a:ea typeface="+mn-ea"/>
              </a:rPr>
              <a:t> by Unknown Author is licensed under </a:t>
            </a:r>
            <a:r>
              <a:rPr lang="en-IE" sz="700" dirty="0">
                <a:solidFill>
                  <a:srgbClr val="FFFFFF"/>
                </a:solidFill>
                <a:latin typeface="+mn-lt"/>
                <a:ea typeface="+mn-ea"/>
                <a:hlinkClick r:id="rId5" tooltip="https://creativecommons.org/licenses/by/3.0/">
                  <a:extLst>
                    <a:ext uri="{A12FA001-AC4F-418D-AE19-62706E023703}">
                      <ahyp:hlinkClr xmlns:ahyp="http://schemas.microsoft.com/office/drawing/2018/hyperlinkcolor" val="tx"/>
                    </a:ext>
                  </a:extLst>
                </a:hlinkClick>
              </a:rPr>
              <a:t>CC BY</a:t>
            </a:r>
            <a:endParaRPr lang="en-IE" sz="700" dirty="0">
              <a:solidFill>
                <a:srgbClr val="FFFFFF"/>
              </a:solidFill>
              <a:latin typeface="+mn-lt"/>
              <a:ea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8434">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843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464" name="Rectangle 19463">
            <a:extLst>
              <a:ext uri="{FF2B5EF4-FFF2-40B4-BE49-F238E27FC236}">
                <a16:creationId xmlns:a16="http://schemas.microsoft.com/office/drawing/2014/main" id="{B6FACB3C-9069-4791-BC5C-0DB7CD19B8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466" name="Rectangle 19465">
            <a:extLst>
              <a:ext uri="{FF2B5EF4-FFF2-40B4-BE49-F238E27FC236}">
                <a16:creationId xmlns:a16="http://schemas.microsoft.com/office/drawing/2014/main" id="{71F2038E-D777-4B76-81DD-DD13EE91B9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457" name="Title 5">
            <a:extLst>
              <a:ext uri="{FF2B5EF4-FFF2-40B4-BE49-F238E27FC236}">
                <a16:creationId xmlns:a16="http://schemas.microsoft.com/office/drawing/2014/main" id="{25076EBA-F263-9611-6925-40DA413B5517}"/>
              </a:ext>
            </a:extLst>
          </p:cNvPr>
          <p:cNvSpPr>
            <a:spLocks noGrp="1" noChangeArrowheads="1"/>
          </p:cNvSpPr>
          <p:nvPr>
            <p:ph type="title"/>
          </p:nvPr>
        </p:nvSpPr>
        <p:spPr>
          <a:xfrm>
            <a:off x="804672" y="802955"/>
            <a:ext cx="4766330" cy="1454051"/>
          </a:xfrm>
        </p:spPr>
        <p:txBody>
          <a:bodyPr>
            <a:normAutofit/>
          </a:bodyPr>
          <a:lstStyle/>
          <a:p>
            <a:r>
              <a:rPr lang="en-US" altLang="en-US" sz="3600">
                <a:ea typeface="ＭＳ Ｐゴシック" panose="020B0600070205080204" pitchFamily="34" charset="-128"/>
              </a:rPr>
              <a:t>React Components</a:t>
            </a:r>
          </a:p>
        </p:txBody>
      </p:sp>
      <p:sp>
        <p:nvSpPr>
          <p:cNvPr id="19458" name="Content Placeholder 6">
            <a:extLst>
              <a:ext uri="{FF2B5EF4-FFF2-40B4-BE49-F238E27FC236}">
                <a16:creationId xmlns:a16="http://schemas.microsoft.com/office/drawing/2014/main" id="{2DDC7444-D689-E429-202C-65D68237954A}"/>
              </a:ext>
            </a:extLst>
          </p:cNvPr>
          <p:cNvSpPr>
            <a:spLocks noGrp="1"/>
          </p:cNvSpPr>
          <p:nvPr>
            <p:ph idx="1"/>
          </p:nvPr>
        </p:nvSpPr>
        <p:spPr>
          <a:xfrm>
            <a:off x="804672" y="2421683"/>
            <a:ext cx="4765949" cy="3353476"/>
          </a:xfrm>
        </p:spPr>
        <p:txBody>
          <a:bodyPr anchor="t">
            <a:normAutofit/>
          </a:bodyPr>
          <a:lstStyle/>
          <a:p>
            <a:pPr>
              <a:lnSpc>
                <a:spcPct val="90000"/>
              </a:lnSpc>
              <a:defRPr/>
            </a:pPr>
            <a:r>
              <a:rPr lang="en-US" altLang="en-US" sz="1500">
                <a:solidFill>
                  <a:schemeClr val="tx2"/>
                </a:solidFill>
                <a:ea typeface="ＭＳ Ｐゴシック" charset="-128"/>
              </a:rPr>
              <a:t>Philosophy:  </a:t>
            </a:r>
            <a:r>
              <a:rPr lang="en-US" altLang="en-US" sz="1500" b="0" i="1">
                <a:solidFill>
                  <a:schemeClr val="tx2"/>
                </a:solidFill>
                <a:ea typeface="ＭＳ Ｐゴシック" charset="-128"/>
              </a:rPr>
              <a:t>Build components, not templates.</a:t>
            </a:r>
          </a:p>
          <a:p>
            <a:pPr>
              <a:lnSpc>
                <a:spcPct val="90000"/>
              </a:lnSpc>
              <a:defRPr/>
            </a:pPr>
            <a:r>
              <a:rPr lang="en-US" altLang="en-US" sz="1500">
                <a:solidFill>
                  <a:schemeClr val="tx2"/>
                </a:solidFill>
                <a:ea typeface="ＭＳ Ｐゴシック" charset="-128"/>
              </a:rPr>
              <a:t>All about the User Interface (UI).</a:t>
            </a:r>
          </a:p>
          <a:p>
            <a:pPr lvl="1">
              <a:lnSpc>
                <a:spcPct val="90000"/>
              </a:lnSpc>
              <a:defRPr/>
            </a:pPr>
            <a:r>
              <a:rPr lang="en-US" altLang="en-US" sz="1500" b="0">
                <a:solidFill>
                  <a:schemeClr val="tx2"/>
                </a:solidFill>
                <a:ea typeface="ＭＳ Ｐゴシック" charset="-128"/>
              </a:rPr>
              <a:t>Not focused on business logic or the data model (MVC)</a:t>
            </a:r>
          </a:p>
          <a:p>
            <a:pPr>
              <a:lnSpc>
                <a:spcPct val="90000"/>
              </a:lnSpc>
              <a:defRPr/>
            </a:pPr>
            <a:endParaRPr lang="en-US" altLang="en-US" sz="1500">
              <a:solidFill>
                <a:schemeClr val="tx2"/>
              </a:solidFill>
              <a:ea typeface="ＭＳ Ｐゴシック" charset="-128"/>
            </a:endParaRPr>
          </a:p>
          <a:p>
            <a:pPr>
              <a:lnSpc>
                <a:spcPct val="90000"/>
              </a:lnSpc>
              <a:defRPr/>
            </a:pPr>
            <a:r>
              <a:rPr lang="en-US" altLang="en-US" sz="1500">
                <a:solidFill>
                  <a:schemeClr val="tx2"/>
                </a:solidFill>
                <a:ea typeface="ＭＳ Ｐゴシック" charset="-128"/>
              </a:rPr>
              <a:t>Component - A unit comprised of: </a:t>
            </a:r>
          </a:p>
          <a:p>
            <a:pPr marL="800100" lvl="2" indent="0">
              <a:lnSpc>
                <a:spcPct val="90000"/>
              </a:lnSpc>
              <a:buNone/>
              <a:defRPr/>
            </a:pPr>
            <a:r>
              <a:rPr lang="en-US" altLang="en-US" sz="1500" b="0" i="1">
                <a:solidFill>
                  <a:schemeClr val="tx2"/>
                </a:solidFill>
                <a:ea typeface="ＭＳ Ｐゴシック" charset="-128"/>
              </a:rPr>
              <a:t>UI description (HTML) + UI behaviour (JS) </a:t>
            </a:r>
          </a:p>
          <a:p>
            <a:pPr lvl="1" indent="-342900">
              <a:lnSpc>
                <a:spcPct val="90000"/>
              </a:lnSpc>
              <a:defRPr/>
            </a:pPr>
            <a:r>
              <a:rPr lang="en-US" altLang="en-US" sz="1500">
                <a:solidFill>
                  <a:schemeClr val="tx2"/>
                </a:solidFill>
                <a:ea typeface="ＭＳ Ｐゴシック" charset="-128"/>
              </a:rPr>
              <a:t>Two aspects are tightly coupled and co-located.</a:t>
            </a:r>
          </a:p>
          <a:p>
            <a:pPr lvl="2">
              <a:lnSpc>
                <a:spcPct val="90000"/>
              </a:lnSpc>
              <a:defRPr/>
            </a:pPr>
            <a:r>
              <a:rPr lang="en-US" altLang="en-US" sz="1500" b="0">
                <a:solidFill>
                  <a:schemeClr val="tx2"/>
                </a:solidFill>
                <a:ea typeface="ＭＳ Ｐゴシック" charset="-128"/>
              </a:rPr>
              <a:t>Pre-React frameworks decoupled them.</a:t>
            </a:r>
          </a:p>
          <a:p>
            <a:pPr lvl="1">
              <a:lnSpc>
                <a:spcPct val="90000"/>
              </a:lnSpc>
              <a:defRPr/>
            </a:pPr>
            <a:r>
              <a:rPr lang="en-US" altLang="en-US" sz="1500">
                <a:solidFill>
                  <a:schemeClr val="tx2"/>
                </a:solidFill>
                <a:ea typeface="ＭＳ Ｐゴシック" charset="-128"/>
              </a:rPr>
              <a:t>Benefits:</a:t>
            </a:r>
          </a:p>
          <a:p>
            <a:pPr lvl="2">
              <a:lnSpc>
                <a:spcPct val="90000"/>
              </a:lnSpc>
              <a:buFontTx/>
              <a:buAutoNum type="arabicPeriod"/>
              <a:defRPr/>
            </a:pPr>
            <a:r>
              <a:rPr lang="en-US" altLang="en-US" sz="1500">
                <a:solidFill>
                  <a:schemeClr val="tx2"/>
                </a:solidFill>
                <a:ea typeface="ＭＳ Ｐゴシック" charset="-128"/>
              </a:rPr>
              <a:t> </a:t>
            </a:r>
            <a:r>
              <a:rPr lang="en-US" altLang="en-US" sz="1500" b="0">
                <a:solidFill>
                  <a:schemeClr val="tx2"/>
                </a:solidFill>
                <a:ea typeface="ＭＳ Ｐゴシック" charset="-128"/>
              </a:rPr>
              <a:t>Improved Composition.</a:t>
            </a:r>
          </a:p>
          <a:p>
            <a:pPr lvl="2">
              <a:lnSpc>
                <a:spcPct val="90000"/>
              </a:lnSpc>
              <a:buFontTx/>
              <a:buAutoNum type="arabicPeriod"/>
              <a:defRPr/>
            </a:pPr>
            <a:r>
              <a:rPr lang="en-US" altLang="en-US" sz="1500" b="0">
                <a:solidFill>
                  <a:schemeClr val="tx2"/>
                </a:solidFill>
                <a:ea typeface="ＭＳ Ｐゴシック" charset="-128"/>
              </a:rPr>
              <a:t>Greater Reusability.</a:t>
            </a:r>
          </a:p>
        </p:txBody>
      </p:sp>
      <p:grpSp>
        <p:nvGrpSpPr>
          <p:cNvPr id="19468" name="Group 19467">
            <a:extLst>
              <a:ext uri="{FF2B5EF4-FFF2-40B4-BE49-F238E27FC236}">
                <a16:creationId xmlns:a16="http://schemas.microsoft.com/office/drawing/2014/main" id="{DD354807-230F-4402-B1B9-F733A8F1F19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818240" y="-16714"/>
            <a:ext cx="6373761" cy="6874714"/>
            <a:chOff x="5818240" y="-1"/>
            <a:chExt cx="6373761" cy="6874714"/>
          </a:xfrm>
        </p:grpSpPr>
        <p:sp>
          <p:nvSpPr>
            <p:cNvPr id="19469" name="Freeform: Shape 19468">
              <a:extLst>
                <a:ext uri="{FF2B5EF4-FFF2-40B4-BE49-F238E27FC236}">
                  <a16:creationId xmlns:a16="http://schemas.microsoft.com/office/drawing/2014/main" id="{BF5A6F4A-CE87-4D5C-9382-8167967CE8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18240" y="-1"/>
              <a:ext cx="6373761" cy="6874714"/>
            </a:xfrm>
            <a:custGeom>
              <a:avLst/>
              <a:gdLst>
                <a:gd name="connsiteX0" fmla="*/ 6373761 w 6373761"/>
                <a:gd name="connsiteY0" fmla="*/ 5771297 h 6874714"/>
                <a:gd name="connsiteX1" fmla="*/ 6373761 w 6373761"/>
                <a:gd name="connsiteY1" fmla="*/ 6247960 h 6874714"/>
                <a:gd name="connsiteX2" fmla="*/ 6235932 w 6373761"/>
                <a:gd name="connsiteY2" fmla="*/ 6361930 h 6874714"/>
                <a:gd name="connsiteX3" fmla="*/ 5960375 w 6373761"/>
                <a:gd name="connsiteY3" fmla="*/ 6587489 h 6874714"/>
                <a:gd name="connsiteX4" fmla="*/ 5822907 w 6373761"/>
                <a:gd name="connsiteY4" fmla="*/ 6701871 h 6874714"/>
                <a:gd name="connsiteX5" fmla="*/ 5681115 w 6373761"/>
                <a:gd name="connsiteY5" fmla="*/ 6816896 h 6874714"/>
                <a:gd name="connsiteX6" fmla="*/ 5604096 w 6373761"/>
                <a:gd name="connsiteY6" fmla="*/ 6874714 h 6874714"/>
                <a:gd name="connsiteX7" fmla="*/ 4878485 w 6373761"/>
                <a:gd name="connsiteY7" fmla="*/ 6874714 h 6874714"/>
                <a:gd name="connsiteX8" fmla="*/ 5006014 w 6373761"/>
                <a:gd name="connsiteY8" fmla="*/ 6800200 h 6874714"/>
                <a:gd name="connsiteX9" fmla="*/ 5149855 w 6373761"/>
                <a:gd name="connsiteY9" fmla="*/ 6707667 h 6874714"/>
                <a:gd name="connsiteX10" fmla="*/ 5431866 w 6373761"/>
                <a:gd name="connsiteY10" fmla="*/ 6506210 h 6874714"/>
                <a:gd name="connsiteX11" fmla="*/ 5571036 w 6373761"/>
                <a:gd name="connsiteY11" fmla="*/ 6399557 h 6874714"/>
                <a:gd name="connsiteX12" fmla="*/ 5711649 w 6373761"/>
                <a:gd name="connsiteY12" fmla="*/ 6288912 h 6874714"/>
                <a:gd name="connsiteX13" fmla="*/ 6276589 w 6373761"/>
                <a:gd name="connsiteY13" fmla="*/ 5852379 h 6874714"/>
                <a:gd name="connsiteX14" fmla="*/ 3975975 w 6373761"/>
                <a:gd name="connsiteY14" fmla="*/ 263 h 6874714"/>
                <a:gd name="connsiteX15" fmla="*/ 4350473 w 6373761"/>
                <a:gd name="connsiteY15" fmla="*/ 24963 h 6874714"/>
                <a:gd name="connsiteX16" fmla="*/ 5077909 w 6373761"/>
                <a:gd name="connsiteY16" fmla="*/ 189450 h 6874714"/>
                <a:gd name="connsiteX17" fmla="*/ 5746507 w 6373761"/>
                <a:gd name="connsiteY17" fmla="*/ 505804 h 6874714"/>
                <a:gd name="connsiteX18" fmla="*/ 6322456 w 6373761"/>
                <a:gd name="connsiteY18" fmla="*/ 956633 h 6874714"/>
                <a:gd name="connsiteX19" fmla="*/ 6373761 w 6373761"/>
                <a:gd name="connsiteY19" fmla="*/ 1011863 h 6874714"/>
                <a:gd name="connsiteX20" fmla="*/ 6373761 w 6373761"/>
                <a:gd name="connsiteY20" fmla="*/ 1185075 h 6874714"/>
                <a:gd name="connsiteX21" fmla="*/ 6359489 w 6373761"/>
                <a:gd name="connsiteY21" fmla="*/ 1169497 h 6874714"/>
                <a:gd name="connsiteX22" fmla="*/ 6233869 w 6373761"/>
                <a:gd name="connsiteY22" fmla="*/ 1047442 h 6874714"/>
                <a:gd name="connsiteX23" fmla="*/ 5961423 w 6373761"/>
                <a:gd name="connsiteY23" fmla="*/ 827953 h 6874714"/>
                <a:gd name="connsiteX24" fmla="*/ 5663555 w 6373761"/>
                <a:gd name="connsiteY24" fmla="*/ 645304 h 6874714"/>
                <a:gd name="connsiteX25" fmla="*/ 5013827 w 6373761"/>
                <a:gd name="connsiteY25" fmla="*/ 397863 h 6874714"/>
                <a:gd name="connsiteX26" fmla="*/ 4327409 w 6373761"/>
                <a:gd name="connsiteY26" fmla="*/ 302545 h 6874714"/>
                <a:gd name="connsiteX27" fmla="*/ 3639939 w 6373761"/>
                <a:gd name="connsiteY27" fmla="*/ 338868 h 6874714"/>
                <a:gd name="connsiteX28" fmla="*/ 3302495 w 6373761"/>
                <a:gd name="connsiteY28" fmla="*/ 403659 h 6874714"/>
                <a:gd name="connsiteX29" fmla="*/ 2971604 w 6373761"/>
                <a:gd name="connsiteY29" fmla="*/ 496273 h 6874714"/>
                <a:gd name="connsiteX30" fmla="*/ 2648706 w 6373761"/>
                <a:gd name="connsiteY30" fmla="*/ 614389 h 6874714"/>
                <a:gd name="connsiteX31" fmla="*/ 2335374 w 6373761"/>
                <a:gd name="connsiteY31" fmla="*/ 757109 h 6874714"/>
                <a:gd name="connsiteX32" fmla="*/ 1741342 w 6373761"/>
                <a:gd name="connsiteY32" fmla="*/ 1107725 h 6874714"/>
                <a:gd name="connsiteX33" fmla="*/ 1600861 w 6373761"/>
                <a:gd name="connsiteY33" fmla="*/ 1208710 h 6874714"/>
                <a:gd name="connsiteX34" fmla="*/ 1531799 w 6373761"/>
                <a:gd name="connsiteY34" fmla="*/ 1260879 h 6874714"/>
                <a:gd name="connsiteX35" fmla="*/ 1463655 w 6373761"/>
                <a:gd name="connsiteY35" fmla="*/ 1314333 h 6874714"/>
                <a:gd name="connsiteX36" fmla="*/ 1200777 w 6373761"/>
                <a:gd name="connsiteY36" fmla="*/ 1541166 h 6874714"/>
                <a:gd name="connsiteX37" fmla="*/ 731501 w 6373761"/>
                <a:gd name="connsiteY37" fmla="*/ 2055754 h 6874714"/>
                <a:gd name="connsiteX38" fmla="*/ 531393 w 6373761"/>
                <a:gd name="connsiteY38" fmla="*/ 2342739 h 6874714"/>
                <a:gd name="connsiteX39" fmla="*/ 361033 w 6373761"/>
                <a:gd name="connsiteY39" fmla="*/ 2649046 h 6874714"/>
                <a:gd name="connsiteX40" fmla="*/ 323292 w 6373761"/>
                <a:gd name="connsiteY40" fmla="*/ 2728263 h 6874714"/>
                <a:gd name="connsiteX41" fmla="*/ 304945 w 6373761"/>
                <a:gd name="connsiteY41" fmla="*/ 2768193 h 6874714"/>
                <a:gd name="connsiteX42" fmla="*/ 287516 w 6373761"/>
                <a:gd name="connsiteY42" fmla="*/ 2808510 h 6874714"/>
                <a:gd name="connsiteX43" fmla="*/ 254230 w 6373761"/>
                <a:gd name="connsiteY43" fmla="*/ 2889788 h 6874714"/>
                <a:gd name="connsiteX44" fmla="*/ 223042 w 6373761"/>
                <a:gd name="connsiteY44" fmla="*/ 2971968 h 6874714"/>
                <a:gd name="connsiteX45" fmla="*/ 121611 w 6373761"/>
                <a:gd name="connsiteY45" fmla="*/ 3308544 h 6874714"/>
                <a:gd name="connsiteX46" fmla="*/ 39314 w 6373761"/>
                <a:gd name="connsiteY46" fmla="*/ 4005912 h 6874714"/>
                <a:gd name="connsiteX47" fmla="*/ 73910 w 6373761"/>
                <a:gd name="connsiteY47" fmla="*/ 4354081 h 6874714"/>
                <a:gd name="connsiteX48" fmla="*/ 179534 w 6373761"/>
                <a:gd name="connsiteY48" fmla="*/ 4687050 h 6874714"/>
                <a:gd name="connsiteX49" fmla="*/ 215964 w 6373761"/>
                <a:gd name="connsiteY49" fmla="*/ 4766654 h 6874714"/>
                <a:gd name="connsiteX50" fmla="*/ 256457 w 6373761"/>
                <a:gd name="connsiteY50" fmla="*/ 4844455 h 6874714"/>
                <a:gd name="connsiteX51" fmla="*/ 346225 w 6373761"/>
                <a:gd name="connsiteY51" fmla="*/ 4995290 h 6874714"/>
                <a:gd name="connsiteX52" fmla="*/ 445296 w 6373761"/>
                <a:gd name="connsiteY52" fmla="*/ 5140971 h 6874714"/>
                <a:gd name="connsiteX53" fmla="*/ 551443 w 6373761"/>
                <a:gd name="connsiteY53" fmla="*/ 5282531 h 6874714"/>
                <a:gd name="connsiteX54" fmla="*/ 772387 w 6373761"/>
                <a:gd name="connsiteY54" fmla="*/ 5562561 h 6874714"/>
                <a:gd name="connsiteX55" fmla="*/ 882858 w 6373761"/>
                <a:gd name="connsiteY55" fmla="*/ 5704507 h 6874714"/>
                <a:gd name="connsiteX56" fmla="*/ 990316 w 6373761"/>
                <a:gd name="connsiteY56" fmla="*/ 5848258 h 6874714"/>
                <a:gd name="connsiteX57" fmla="*/ 1097774 w 6373761"/>
                <a:gd name="connsiteY57" fmla="*/ 5987114 h 6874714"/>
                <a:gd name="connsiteX58" fmla="*/ 1210080 w 6373761"/>
                <a:gd name="connsiteY58" fmla="*/ 6121203 h 6874714"/>
                <a:gd name="connsiteX59" fmla="*/ 1448192 w 6373761"/>
                <a:gd name="connsiteY59" fmla="*/ 6374054 h 6874714"/>
                <a:gd name="connsiteX60" fmla="*/ 1982991 w 6373761"/>
                <a:gd name="connsiteY60" fmla="*/ 6796158 h 6874714"/>
                <a:gd name="connsiteX61" fmla="*/ 2118475 w 6373761"/>
                <a:gd name="connsiteY61" fmla="*/ 6874714 h 6874714"/>
                <a:gd name="connsiteX62" fmla="*/ 1569874 w 6373761"/>
                <a:gd name="connsiteY62" fmla="*/ 6874714 h 6874714"/>
                <a:gd name="connsiteX63" fmla="*/ 1507802 w 6373761"/>
                <a:gd name="connsiteY63" fmla="*/ 6817815 h 6874714"/>
                <a:gd name="connsiteX64" fmla="*/ 1256865 w 6373761"/>
                <a:gd name="connsiteY64" fmla="*/ 6543437 h 6874714"/>
                <a:gd name="connsiteX65" fmla="*/ 1038410 w 6373761"/>
                <a:gd name="connsiteY65" fmla="*/ 6248722 h 6874714"/>
                <a:gd name="connsiteX66" fmla="*/ 845380 w 6373761"/>
                <a:gd name="connsiteY66" fmla="*/ 5941386 h 6874714"/>
                <a:gd name="connsiteX67" fmla="*/ 755351 w 6373761"/>
                <a:gd name="connsiteY67" fmla="*/ 5788877 h 6874714"/>
                <a:gd name="connsiteX68" fmla="*/ 661784 w 6373761"/>
                <a:gd name="connsiteY68" fmla="*/ 5638944 h 6874714"/>
                <a:gd name="connsiteX69" fmla="*/ 466525 w 6373761"/>
                <a:gd name="connsiteY69" fmla="*/ 5340366 h 6874714"/>
                <a:gd name="connsiteX70" fmla="*/ 370992 w 6373761"/>
                <a:gd name="connsiteY70" fmla="*/ 5188502 h 6874714"/>
                <a:gd name="connsiteX71" fmla="*/ 280046 w 6373761"/>
                <a:gd name="connsiteY71" fmla="*/ 5033287 h 6874714"/>
                <a:gd name="connsiteX72" fmla="*/ 126853 w 6373761"/>
                <a:gd name="connsiteY72" fmla="*/ 4707660 h 6874714"/>
                <a:gd name="connsiteX73" fmla="*/ 30272 w 6373761"/>
                <a:gd name="connsiteY73" fmla="*/ 4362068 h 6874714"/>
                <a:gd name="connsiteX74" fmla="*/ 0 w 6373761"/>
                <a:gd name="connsiteY74" fmla="*/ 4005912 h 6874714"/>
                <a:gd name="connsiteX75" fmla="*/ 270480 w 6373761"/>
                <a:gd name="connsiteY75" fmla="*/ 2610532 h 6874714"/>
                <a:gd name="connsiteX76" fmla="*/ 415942 w 6373761"/>
                <a:gd name="connsiteY76" fmla="*/ 2280526 h 6874714"/>
                <a:gd name="connsiteX77" fmla="*/ 590102 w 6373761"/>
                <a:gd name="connsiteY77" fmla="*/ 1962626 h 6874714"/>
                <a:gd name="connsiteX78" fmla="*/ 1020719 w 6373761"/>
                <a:gd name="connsiteY78" fmla="*/ 1373070 h 6874714"/>
                <a:gd name="connsiteX79" fmla="*/ 1275080 w 6373761"/>
                <a:gd name="connsiteY79" fmla="*/ 1107081 h 6874714"/>
                <a:gd name="connsiteX80" fmla="*/ 1342437 w 6373761"/>
                <a:gd name="connsiteY80" fmla="*/ 1043965 h 6874714"/>
                <a:gd name="connsiteX81" fmla="*/ 1411106 w 6373761"/>
                <a:gd name="connsiteY81" fmla="*/ 982138 h 6874714"/>
                <a:gd name="connsiteX82" fmla="*/ 1553029 w 6373761"/>
                <a:gd name="connsiteY82" fmla="*/ 863376 h 6874714"/>
                <a:gd name="connsiteX83" fmla="*/ 2173401 w 6373761"/>
                <a:gd name="connsiteY83" fmla="*/ 454409 h 6874714"/>
                <a:gd name="connsiteX84" fmla="*/ 3599708 w 6373761"/>
                <a:gd name="connsiteY84" fmla="*/ 16332 h 6874714"/>
                <a:gd name="connsiteX85" fmla="*/ 3975975 w 6373761"/>
                <a:gd name="connsiteY85" fmla="*/ 263 h 6874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Lst>
              <a:rect l="l" t="t" r="r" b="b"/>
              <a:pathLst>
                <a:path w="6373761" h="6874714">
                  <a:moveTo>
                    <a:pt x="6373761" y="5771297"/>
                  </a:moveTo>
                  <a:lnTo>
                    <a:pt x="6373761" y="6247960"/>
                  </a:lnTo>
                  <a:lnTo>
                    <a:pt x="6235932" y="6361930"/>
                  </a:lnTo>
                  <a:cubicBezTo>
                    <a:pt x="6143250" y="6437460"/>
                    <a:pt x="6051059" y="6512200"/>
                    <a:pt x="5960375" y="6587489"/>
                  </a:cubicBezTo>
                  <a:lnTo>
                    <a:pt x="5822907" y="6701871"/>
                  </a:lnTo>
                  <a:cubicBezTo>
                    <a:pt x="5776123" y="6740385"/>
                    <a:pt x="5729079" y="6778899"/>
                    <a:pt x="5681115" y="6816896"/>
                  </a:cubicBezTo>
                  <a:lnTo>
                    <a:pt x="5604096" y="6874714"/>
                  </a:lnTo>
                  <a:lnTo>
                    <a:pt x="4878485" y="6874714"/>
                  </a:lnTo>
                  <a:lnTo>
                    <a:pt x="5006014" y="6800200"/>
                  </a:lnTo>
                  <a:cubicBezTo>
                    <a:pt x="5054354" y="6770429"/>
                    <a:pt x="5102285" y="6739483"/>
                    <a:pt x="5149855" y="6707667"/>
                  </a:cubicBezTo>
                  <a:cubicBezTo>
                    <a:pt x="5244993" y="6643906"/>
                    <a:pt x="5338561" y="6576025"/>
                    <a:pt x="5431866" y="6506210"/>
                  </a:cubicBezTo>
                  <a:cubicBezTo>
                    <a:pt x="5478386" y="6471304"/>
                    <a:pt x="5524777" y="6435495"/>
                    <a:pt x="5571036" y="6399557"/>
                  </a:cubicBezTo>
                  <a:lnTo>
                    <a:pt x="5711649" y="6288912"/>
                  </a:lnTo>
                  <a:cubicBezTo>
                    <a:pt x="5902059" y="6140395"/>
                    <a:pt x="6093257" y="5998320"/>
                    <a:pt x="6276589" y="5852379"/>
                  </a:cubicBezTo>
                  <a:close/>
                  <a:moveTo>
                    <a:pt x="3975975" y="263"/>
                  </a:moveTo>
                  <a:cubicBezTo>
                    <a:pt x="4101550" y="1809"/>
                    <a:pt x="4226830" y="10149"/>
                    <a:pt x="4350473" y="24963"/>
                  </a:cubicBezTo>
                  <a:cubicBezTo>
                    <a:pt x="4598149" y="54846"/>
                    <a:pt x="4842943" y="108687"/>
                    <a:pt x="5077909" y="189450"/>
                  </a:cubicBezTo>
                  <a:cubicBezTo>
                    <a:pt x="5312876" y="269955"/>
                    <a:pt x="5537357" y="376867"/>
                    <a:pt x="5746507" y="505804"/>
                  </a:cubicBezTo>
                  <a:cubicBezTo>
                    <a:pt x="5955527" y="634999"/>
                    <a:pt x="6148688" y="786864"/>
                    <a:pt x="6322456" y="956633"/>
                  </a:cubicBezTo>
                  <a:lnTo>
                    <a:pt x="6373761" y="1011863"/>
                  </a:lnTo>
                  <a:lnTo>
                    <a:pt x="6373761" y="1185075"/>
                  </a:lnTo>
                  <a:lnTo>
                    <a:pt x="6359489" y="1169497"/>
                  </a:lnTo>
                  <a:cubicBezTo>
                    <a:pt x="6318811" y="1127602"/>
                    <a:pt x="6276917" y="1086890"/>
                    <a:pt x="6233869" y="1047442"/>
                  </a:cubicBezTo>
                  <a:cubicBezTo>
                    <a:pt x="6147509" y="968870"/>
                    <a:pt x="6056431" y="895448"/>
                    <a:pt x="5961423" y="827953"/>
                  </a:cubicBezTo>
                  <a:cubicBezTo>
                    <a:pt x="5865891" y="761102"/>
                    <a:pt x="5766688" y="699403"/>
                    <a:pt x="5663555" y="645304"/>
                  </a:cubicBezTo>
                  <a:cubicBezTo>
                    <a:pt x="5457943" y="535816"/>
                    <a:pt x="5238703" y="453894"/>
                    <a:pt x="5013827" y="397863"/>
                  </a:cubicBezTo>
                  <a:cubicBezTo>
                    <a:pt x="4788953" y="341703"/>
                    <a:pt x="4558442" y="310917"/>
                    <a:pt x="4327409" y="302545"/>
                  </a:cubicBezTo>
                  <a:cubicBezTo>
                    <a:pt x="4096111" y="293012"/>
                    <a:pt x="3867174" y="305893"/>
                    <a:pt x="3639939" y="338868"/>
                  </a:cubicBezTo>
                  <a:cubicBezTo>
                    <a:pt x="3526585" y="355999"/>
                    <a:pt x="3413885" y="377254"/>
                    <a:pt x="3302495" y="403659"/>
                  </a:cubicBezTo>
                  <a:cubicBezTo>
                    <a:pt x="3191107" y="430451"/>
                    <a:pt x="3080634" y="460978"/>
                    <a:pt x="2971604" y="496273"/>
                  </a:cubicBezTo>
                  <a:cubicBezTo>
                    <a:pt x="2862573" y="531437"/>
                    <a:pt x="2754854" y="570852"/>
                    <a:pt x="2648706" y="614389"/>
                  </a:cubicBezTo>
                  <a:cubicBezTo>
                    <a:pt x="2542690" y="658056"/>
                    <a:pt x="2438114" y="705714"/>
                    <a:pt x="2335374" y="757109"/>
                  </a:cubicBezTo>
                  <a:cubicBezTo>
                    <a:pt x="2129894" y="859769"/>
                    <a:pt x="1931228" y="976855"/>
                    <a:pt x="1741342" y="1107725"/>
                  </a:cubicBezTo>
                  <a:cubicBezTo>
                    <a:pt x="1694035" y="1140571"/>
                    <a:pt x="1646858" y="1173933"/>
                    <a:pt x="1600861" y="1208710"/>
                  </a:cubicBezTo>
                  <a:cubicBezTo>
                    <a:pt x="1577535" y="1225713"/>
                    <a:pt x="1554732" y="1243361"/>
                    <a:pt x="1531799" y="1260879"/>
                  </a:cubicBezTo>
                  <a:cubicBezTo>
                    <a:pt x="1508735" y="1278267"/>
                    <a:pt x="1486064" y="1296171"/>
                    <a:pt x="1463655" y="1314333"/>
                  </a:cubicBezTo>
                  <a:cubicBezTo>
                    <a:pt x="1373627" y="1386853"/>
                    <a:pt x="1285564" y="1462077"/>
                    <a:pt x="1200777" y="1541166"/>
                  </a:cubicBezTo>
                  <a:cubicBezTo>
                    <a:pt x="1030810" y="1698827"/>
                    <a:pt x="873161" y="1870785"/>
                    <a:pt x="731501" y="2055754"/>
                  </a:cubicBezTo>
                  <a:cubicBezTo>
                    <a:pt x="660734" y="2148239"/>
                    <a:pt x="593771" y="2243944"/>
                    <a:pt x="531393" y="2342739"/>
                  </a:cubicBezTo>
                  <a:cubicBezTo>
                    <a:pt x="470063" y="2442050"/>
                    <a:pt x="412140" y="2543810"/>
                    <a:pt x="361033" y="2649046"/>
                  </a:cubicBezTo>
                  <a:cubicBezTo>
                    <a:pt x="347798" y="2675194"/>
                    <a:pt x="335479" y="2701728"/>
                    <a:pt x="323292" y="2728263"/>
                  </a:cubicBezTo>
                  <a:lnTo>
                    <a:pt x="304945" y="2768193"/>
                  </a:lnTo>
                  <a:lnTo>
                    <a:pt x="287516" y="2808510"/>
                  </a:lnTo>
                  <a:cubicBezTo>
                    <a:pt x="276115" y="2835432"/>
                    <a:pt x="264583" y="2862352"/>
                    <a:pt x="254230" y="2889788"/>
                  </a:cubicBezTo>
                  <a:cubicBezTo>
                    <a:pt x="243877" y="2917224"/>
                    <a:pt x="232477" y="2944274"/>
                    <a:pt x="223042" y="2971968"/>
                  </a:cubicBezTo>
                  <a:cubicBezTo>
                    <a:pt x="182679" y="3081970"/>
                    <a:pt x="148475" y="3194291"/>
                    <a:pt x="121611" y="3308544"/>
                  </a:cubicBezTo>
                  <a:cubicBezTo>
                    <a:pt x="67096" y="3536534"/>
                    <a:pt x="39183" y="3771224"/>
                    <a:pt x="39314" y="4005912"/>
                  </a:cubicBezTo>
                  <a:cubicBezTo>
                    <a:pt x="39969" y="4122871"/>
                    <a:pt x="51109" y="4239571"/>
                    <a:pt x="73910" y="4354081"/>
                  </a:cubicBezTo>
                  <a:cubicBezTo>
                    <a:pt x="97892" y="4468334"/>
                    <a:pt x="132619" y="4580140"/>
                    <a:pt x="179534" y="4687050"/>
                  </a:cubicBezTo>
                  <a:cubicBezTo>
                    <a:pt x="190673" y="4713972"/>
                    <a:pt x="203647" y="4740249"/>
                    <a:pt x="215964" y="4766654"/>
                  </a:cubicBezTo>
                  <a:cubicBezTo>
                    <a:pt x="229332" y="4792674"/>
                    <a:pt x="242043" y="4818950"/>
                    <a:pt x="256457" y="4844455"/>
                  </a:cubicBezTo>
                  <a:cubicBezTo>
                    <a:pt x="283978" y="4895978"/>
                    <a:pt x="314642" y="4945956"/>
                    <a:pt x="346225" y="4995290"/>
                  </a:cubicBezTo>
                  <a:cubicBezTo>
                    <a:pt x="377676" y="5044752"/>
                    <a:pt x="411355" y="5092926"/>
                    <a:pt x="445296" y="5140971"/>
                  </a:cubicBezTo>
                  <a:cubicBezTo>
                    <a:pt x="479760" y="5188630"/>
                    <a:pt x="515537" y="5235645"/>
                    <a:pt x="551443" y="5282531"/>
                  </a:cubicBezTo>
                  <a:cubicBezTo>
                    <a:pt x="623387" y="5376434"/>
                    <a:pt x="698608" y="5468402"/>
                    <a:pt x="772387" y="5562561"/>
                  </a:cubicBezTo>
                  <a:cubicBezTo>
                    <a:pt x="809472" y="5609448"/>
                    <a:pt x="846428" y="5656719"/>
                    <a:pt x="882858" y="5704507"/>
                  </a:cubicBezTo>
                  <a:cubicBezTo>
                    <a:pt x="919159" y="5751909"/>
                    <a:pt x="955196" y="5802273"/>
                    <a:pt x="990316" y="5848258"/>
                  </a:cubicBezTo>
                  <a:cubicBezTo>
                    <a:pt x="1025175" y="5895402"/>
                    <a:pt x="1061736" y="5941129"/>
                    <a:pt x="1097774" y="5987114"/>
                  </a:cubicBezTo>
                  <a:cubicBezTo>
                    <a:pt x="1134860" y="6032326"/>
                    <a:pt x="1171684" y="6077536"/>
                    <a:pt x="1210080" y="6121203"/>
                  </a:cubicBezTo>
                  <a:cubicBezTo>
                    <a:pt x="1286350" y="6209051"/>
                    <a:pt x="1365632" y="6293677"/>
                    <a:pt x="1448192" y="6374054"/>
                  </a:cubicBezTo>
                  <a:cubicBezTo>
                    <a:pt x="1613572" y="6534420"/>
                    <a:pt x="1792057" y="6677526"/>
                    <a:pt x="1982991" y="6796158"/>
                  </a:cubicBezTo>
                  <a:lnTo>
                    <a:pt x="2118475" y="6874714"/>
                  </a:lnTo>
                  <a:lnTo>
                    <a:pt x="1569874" y="6874714"/>
                  </a:lnTo>
                  <a:lnTo>
                    <a:pt x="1507802" y="6817815"/>
                  </a:lnTo>
                  <a:cubicBezTo>
                    <a:pt x="1418412" y="6730595"/>
                    <a:pt x="1334903" y="6638562"/>
                    <a:pt x="1256865" y="6543437"/>
                  </a:cubicBezTo>
                  <a:cubicBezTo>
                    <a:pt x="1179155" y="6447861"/>
                    <a:pt x="1106817" y="6349194"/>
                    <a:pt x="1038410" y="6248722"/>
                  </a:cubicBezTo>
                  <a:cubicBezTo>
                    <a:pt x="969873" y="6148253"/>
                    <a:pt x="905922" y="6045592"/>
                    <a:pt x="845380" y="5941386"/>
                  </a:cubicBezTo>
                  <a:cubicBezTo>
                    <a:pt x="814453" y="5888704"/>
                    <a:pt x="786147" y="5839370"/>
                    <a:pt x="755351" y="5788877"/>
                  </a:cubicBezTo>
                  <a:cubicBezTo>
                    <a:pt x="724817" y="5738771"/>
                    <a:pt x="693760" y="5688665"/>
                    <a:pt x="661784" y="5638944"/>
                  </a:cubicBezTo>
                  <a:lnTo>
                    <a:pt x="466525" y="5340366"/>
                  </a:lnTo>
                  <a:cubicBezTo>
                    <a:pt x="434156" y="5290131"/>
                    <a:pt x="402181" y="5239639"/>
                    <a:pt x="370992" y="5188502"/>
                  </a:cubicBezTo>
                  <a:cubicBezTo>
                    <a:pt x="339803" y="5137364"/>
                    <a:pt x="308876" y="5086099"/>
                    <a:pt x="280046" y="5033287"/>
                  </a:cubicBezTo>
                  <a:cubicBezTo>
                    <a:pt x="222255" y="4928179"/>
                    <a:pt x="169181" y="4819982"/>
                    <a:pt x="126853" y="4707660"/>
                  </a:cubicBezTo>
                  <a:cubicBezTo>
                    <a:pt x="83739" y="4595725"/>
                    <a:pt x="51764" y="4479670"/>
                    <a:pt x="30272" y="4362068"/>
                  </a:cubicBezTo>
                  <a:cubicBezTo>
                    <a:pt x="9698" y="4244466"/>
                    <a:pt x="0" y="4125060"/>
                    <a:pt x="0" y="4005912"/>
                  </a:cubicBezTo>
                  <a:cubicBezTo>
                    <a:pt x="1704" y="3530867"/>
                    <a:pt x="95140" y="3057110"/>
                    <a:pt x="270480" y="2610532"/>
                  </a:cubicBezTo>
                  <a:cubicBezTo>
                    <a:pt x="314511" y="2498984"/>
                    <a:pt x="362212" y="2388466"/>
                    <a:pt x="415942" y="2280526"/>
                  </a:cubicBezTo>
                  <a:cubicBezTo>
                    <a:pt x="468884" y="2172197"/>
                    <a:pt x="527199" y="2066188"/>
                    <a:pt x="590102" y="1962626"/>
                  </a:cubicBezTo>
                  <a:cubicBezTo>
                    <a:pt x="716037" y="1755631"/>
                    <a:pt x="859794" y="1557653"/>
                    <a:pt x="1020719" y="1373070"/>
                  </a:cubicBezTo>
                  <a:cubicBezTo>
                    <a:pt x="1101575" y="1281101"/>
                    <a:pt x="1185969" y="1191838"/>
                    <a:pt x="1275080" y="1107081"/>
                  </a:cubicBezTo>
                  <a:cubicBezTo>
                    <a:pt x="1297227" y="1085699"/>
                    <a:pt x="1319504" y="1064575"/>
                    <a:pt x="1342437" y="1043965"/>
                  </a:cubicBezTo>
                  <a:cubicBezTo>
                    <a:pt x="1365240" y="1023226"/>
                    <a:pt x="1387648" y="1002102"/>
                    <a:pt x="1411106" y="982138"/>
                  </a:cubicBezTo>
                  <a:cubicBezTo>
                    <a:pt x="1457497" y="941563"/>
                    <a:pt x="1505065" y="902276"/>
                    <a:pt x="1553029" y="863376"/>
                  </a:cubicBezTo>
                  <a:cubicBezTo>
                    <a:pt x="1745798" y="708806"/>
                    <a:pt x="1954030" y="571882"/>
                    <a:pt x="2173401" y="454409"/>
                  </a:cubicBezTo>
                  <a:cubicBezTo>
                    <a:pt x="2612013" y="219334"/>
                    <a:pt x="3099505" y="65666"/>
                    <a:pt x="3599708" y="16332"/>
                  </a:cubicBezTo>
                  <a:cubicBezTo>
                    <a:pt x="3724530" y="3966"/>
                    <a:pt x="3850400" y="-1283"/>
                    <a:pt x="3975975" y="26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470" name="Freeform: Shape 19469">
              <a:extLst>
                <a:ext uri="{FF2B5EF4-FFF2-40B4-BE49-F238E27FC236}">
                  <a16:creationId xmlns:a16="http://schemas.microsoft.com/office/drawing/2014/main" id="{61023DD2-2E6F-4419-B404-80F08460BE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65276" y="313387"/>
              <a:ext cx="6326724" cy="6561326"/>
            </a:xfrm>
            <a:custGeom>
              <a:avLst/>
              <a:gdLst>
                <a:gd name="connsiteX0" fmla="*/ 6326724 w 6326724"/>
                <a:gd name="connsiteY0" fmla="*/ 5020808 h 6561326"/>
                <a:gd name="connsiteX1" fmla="*/ 6326724 w 6326724"/>
                <a:gd name="connsiteY1" fmla="*/ 5698632 h 6561326"/>
                <a:gd name="connsiteX2" fmla="*/ 6067438 w 6326724"/>
                <a:gd name="connsiteY2" fmla="*/ 5902509 h 6561326"/>
                <a:gd name="connsiteX3" fmla="*/ 5799974 w 6326724"/>
                <a:gd name="connsiteY3" fmla="*/ 6102017 h 6561326"/>
                <a:gd name="connsiteX4" fmla="*/ 5665258 w 6326724"/>
                <a:gd name="connsiteY4" fmla="*/ 6202100 h 6561326"/>
                <a:gd name="connsiteX5" fmla="*/ 5526873 w 6326724"/>
                <a:gd name="connsiteY5" fmla="*/ 6302828 h 6561326"/>
                <a:gd name="connsiteX6" fmla="*/ 5385080 w 6326724"/>
                <a:gd name="connsiteY6" fmla="*/ 6402268 h 6561326"/>
                <a:gd name="connsiteX7" fmla="*/ 5238833 w 6326724"/>
                <a:gd name="connsiteY7" fmla="*/ 6498875 h 6561326"/>
                <a:gd name="connsiteX8" fmla="*/ 5138040 w 6326724"/>
                <a:gd name="connsiteY8" fmla="*/ 6561326 h 6561326"/>
                <a:gd name="connsiteX9" fmla="*/ 3946072 w 6326724"/>
                <a:gd name="connsiteY9" fmla="*/ 6561326 h 6561326"/>
                <a:gd name="connsiteX10" fmla="*/ 3976009 w 6326724"/>
                <a:gd name="connsiteY10" fmla="*/ 6555242 h 6561326"/>
                <a:gd name="connsiteX11" fmla="*/ 4404855 w 6326724"/>
                <a:gd name="connsiteY11" fmla="*/ 6399048 h 6561326"/>
                <a:gd name="connsiteX12" fmla="*/ 4938868 w 6326724"/>
                <a:gd name="connsiteY12" fmla="*/ 6072132 h 6561326"/>
                <a:gd name="connsiteX13" fmla="*/ 5068342 w 6326724"/>
                <a:gd name="connsiteY13" fmla="*/ 5976042 h 6561326"/>
                <a:gd name="connsiteX14" fmla="*/ 5197816 w 6326724"/>
                <a:gd name="connsiteY14" fmla="*/ 5876730 h 6561326"/>
                <a:gd name="connsiteX15" fmla="*/ 5460039 w 6326724"/>
                <a:gd name="connsiteY15" fmla="*/ 5670637 h 6561326"/>
                <a:gd name="connsiteX16" fmla="*/ 5999033 w 6326724"/>
                <a:gd name="connsiteY16" fmla="*/ 5271718 h 6561326"/>
                <a:gd name="connsiteX17" fmla="*/ 6258766 w 6326724"/>
                <a:gd name="connsiteY17" fmla="*/ 5077603 h 6561326"/>
                <a:gd name="connsiteX18" fmla="*/ 4139342 w 6326724"/>
                <a:gd name="connsiteY18" fmla="*/ 440 h 6561326"/>
                <a:gd name="connsiteX19" fmla="*/ 4315744 w 6326724"/>
                <a:gd name="connsiteY19" fmla="*/ 6808 h 6561326"/>
                <a:gd name="connsiteX20" fmla="*/ 5015400 w 6326724"/>
                <a:gd name="connsiteY20" fmla="*/ 113591 h 6561326"/>
                <a:gd name="connsiteX21" fmla="*/ 5681114 w 6326724"/>
                <a:gd name="connsiteY21" fmla="*/ 361418 h 6561326"/>
                <a:gd name="connsiteX22" fmla="*/ 6270952 w 6326724"/>
                <a:gd name="connsiteY22" fmla="*/ 755441 h 6561326"/>
                <a:gd name="connsiteX23" fmla="*/ 6326724 w 6326724"/>
                <a:gd name="connsiteY23" fmla="*/ 807432 h 6561326"/>
                <a:gd name="connsiteX24" fmla="*/ 6326724 w 6326724"/>
                <a:gd name="connsiteY24" fmla="*/ 1231565 h 6561326"/>
                <a:gd name="connsiteX25" fmla="*/ 6302093 w 6326724"/>
                <a:gd name="connsiteY25" fmla="*/ 1203002 h 6561326"/>
                <a:gd name="connsiteX26" fmla="*/ 6066914 w 6326724"/>
                <a:gd name="connsiteY26" fmla="*/ 989616 h 6561326"/>
                <a:gd name="connsiteX27" fmla="*/ 5533688 w 6326724"/>
                <a:gd name="connsiteY27" fmla="*/ 647242 h 6561326"/>
                <a:gd name="connsiteX28" fmla="*/ 4933626 w 6326724"/>
                <a:gd name="connsiteY28" fmla="*/ 432262 h 6561326"/>
                <a:gd name="connsiteX29" fmla="*/ 4296873 w 6326724"/>
                <a:gd name="connsiteY29" fmla="*/ 343126 h 6561326"/>
                <a:gd name="connsiteX30" fmla="*/ 3651602 w 6326724"/>
                <a:gd name="connsiteY30" fmla="*/ 365797 h 6561326"/>
                <a:gd name="connsiteX31" fmla="*/ 3018256 w 6326724"/>
                <a:gd name="connsiteY31" fmla="*/ 496666 h 6561326"/>
                <a:gd name="connsiteX32" fmla="*/ 2412429 w 6326724"/>
                <a:gd name="connsiteY32" fmla="*/ 724399 h 6561326"/>
                <a:gd name="connsiteX33" fmla="*/ 1329857 w 6326724"/>
                <a:gd name="connsiteY33" fmla="*/ 1424086 h 6561326"/>
                <a:gd name="connsiteX34" fmla="*/ 887314 w 6326724"/>
                <a:gd name="connsiteY34" fmla="*/ 1891015 h 6561326"/>
                <a:gd name="connsiteX35" fmla="*/ 537420 w 6326724"/>
                <a:gd name="connsiteY35" fmla="*/ 2427245 h 6561326"/>
                <a:gd name="connsiteX36" fmla="*/ 299965 w 6326724"/>
                <a:gd name="connsiteY36" fmla="*/ 3020021 h 6561326"/>
                <a:gd name="connsiteX37" fmla="*/ 213606 w 6326724"/>
                <a:gd name="connsiteY37" fmla="*/ 3651953 h 6561326"/>
                <a:gd name="connsiteX38" fmla="*/ 250036 w 6326724"/>
                <a:gd name="connsiteY38" fmla="*/ 3961352 h 6561326"/>
                <a:gd name="connsiteX39" fmla="*/ 357625 w 6326724"/>
                <a:gd name="connsiteY39" fmla="*/ 4250783 h 6561326"/>
                <a:gd name="connsiteX40" fmla="*/ 432715 w 6326724"/>
                <a:gd name="connsiteY40" fmla="*/ 4387063 h 6561326"/>
                <a:gd name="connsiteX41" fmla="*/ 518943 w 6326724"/>
                <a:gd name="connsiteY41" fmla="*/ 4518962 h 6561326"/>
                <a:gd name="connsiteX42" fmla="*/ 718133 w 6326724"/>
                <a:gd name="connsiteY42" fmla="*/ 4773874 h 6561326"/>
                <a:gd name="connsiteX43" fmla="*/ 933704 w 6326724"/>
                <a:gd name="connsiteY43" fmla="*/ 5030717 h 6561326"/>
                <a:gd name="connsiteX44" fmla="*/ 1040900 w 6326724"/>
                <a:gd name="connsiteY44" fmla="*/ 5164806 h 6561326"/>
                <a:gd name="connsiteX45" fmla="*/ 1092401 w 6326724"/>
                <a:gd name="connsiteY45" fmla="*/ 5230628 h 6561326"/>
                <a:gd name="connsiteX46" fmla="*/ 1142854 w 6326724"/>
                <a:gd name="connsiteY46" fmla="*/ 5293615 h 6561326"/>
                <a:gd name="connsiteX47" fmla="*/ 1576354 w 6326724"/>
                <a:gd name="connsiteY47" fmla="*/ 5759128 h 6561326"/>
                <a:gd name="connsiteX48" fmla="*/ 1806865 w 6326724"/>
                <a:gd name="connsiteY48" fmla="*/ 5968571 h 6561326"/>
                <a:gd name="connsiteX49" fmla="*/ 2048253 w 6326724"/>
                <a:gd name="connsiteY49" fmla="*/ 6161654 h 6561326"/>
                <a:gd name="connsiteX50" fmla="*/ 2587506 w 6326724"/>
                <a:gd name="connsiteY50" fmla="*/ 6467059 h 6561326"/>
                <a:gd name="connsiteX51" fmla="*/ 2889176 w 6326724"/>
                <a:gd name="connsiteY51" fmla="*/ 6553360 h 6561326"/>
                <a:gd name="connsiteX52" fmla="*/ 2929698 w 6326724"/>
                <a:gd name="connsiteY52" fmla="*/ 6561326 h 6561326"/>
                <a:gd name="connsiteX53" fmla="*/ 1816374 w 6326724"/>
                <a:gd name="connsiteY53" fmla="*/ 6561326 h 6561326"/>
                <a:gd name="connsiteX54" fmla="*/ 1787601 w 6326724"/>
                <a:gd name="connsiteY54" fmla="*/ 6545761 h 6561326"/>
                <a:gd name="connsiteX55" fmla="*/ 1225544 w 6326724"/>
                <a:gd name="connsiteY55" fmla="*/ 6094158 h 6561326"/>
                <a:gd name="connsiteX56" fmla="*/ 997654 w 6326724"/>
                <a:gd name="connsiteY56" fmla="*/ 5822374 h 6561326"/>
                <a:gd name="connsiteX57" fmla="*/ 798596 w 6326724"/>
                <a:gd name="connsiteY57" fmla="*/ 5534615 h 6561326"/>
                <a:gd name="connsiteX58" fmla="*/ 752075 w 6326724"/>
                <a:gd name="connsiteY58" fmla="*/ 5461324 h 6561326"/>
                <a:gd name="connsiteX59" fmla="*/ 707650 w 6326724"/>
                <a:gd name="connsiteY59" fmla="*/ 5390221 h 6561326"/>
                <a:gd name="connsiteX60" fmla="*/ 619980 w 6326724"/>
                <a:gd name="connsiteY60" fmla="*/ 5252396 h 6561326"/>
                <a:gd name="connsiteX61" fmla="*/ 438349 w 6326724"/>
                <a:gd name="connsiteY61" fmla="*/ 4970822 h 6561326"/>
                <a:gd name="connsiteX62" fmla="*/ 261044 w 6326724"/>
                <a:gd name="connsiteY62" fmla="*/ 4673145 h 6561326"/>
                <a:gd name="connsiteX63" fmla="*/ 181107 w 6326724"/>
                <a:gd name="connsiteY63" fmla="*/ 4515356 h 6561326"/>
                <a:gd name="connsiteX64" fmla="*/ 113224 w 6326724"/>
                <a:gd name="connsiteY64" fmla="*/ 4350223 h 6561326"/>
                <a:gd name="connsiteX65" fmla="*/ 61199 w 6326724"/>
                <a:gd name="connsiteY65" fmla="*/ 4178908 h 6561326"/>
                <a:gd name="connsiteX66" fmla="*/ 41804 w 6326724"/>
                <a:gd name="connsiteY66" fmla="*/ 4091577 h 6561326"/>
                <a:gd name="connsiteX67" fmla="*/ 33287 w 6326724"/>
                <a:gd name="connsiteY67" fmla="*/ 4047781 h 6561326"/>
                <a:gd name="connsiteX68" fmla="*/ 26209 w 6326724"/>
                <a:gd name="connsiteY68" fmla="*/ 4003858 h 6561326"/>
                <a:gd name="connsiteX69" fmla="*/ 0 w 6326724"/>
                <a:gd name="connsiteY69" fmla="*/ 3651953 h 6561326"/>
                <a:gd name="connsiteX70" fmla="*/ 72731 w 6326724"/>
                <a:gd name="connsiteY70" fmla="*/ 2966307 h 6561326"/>
                <a:gd name="connsiteX71" fmla="*/ 291316 w 6326724"/>
                <a:gd name="connsiteY71" fmla="*/ 2309385 h 6561326"/>
                <a:gd name="connsiteX72" fmla="*/ 1110878 w 6326724"/>
                <a:gd name="connsiteY72" fmla="*/ 1193776 h 6561326"/>
                <a:gd name="connsiteX73" fmla="*/ 1654327 w 6326724"/>
                <a:gd name="connsiteY73" fmla="*/ 756730 h 6561326"/>
                <a:gd name="connsiteX74" fmla="*/ 2261727 w 6326724"/>
                <a:gd name="connsiteY74" fmla="*/ 409720 h 6561326"/>
                <a:gd name="connsiteX75" fmla="*/ 3610060 w 6326724"/>
                <a:gd name="connsiteY75" fmla="*/ 27032 h 6561326"/>
                <a:gd name="connsiteX76" fmla="*/ 4139342 w 6326724"/>
                <a:gd name="connsiteY76" fmla="*/ 440 h 6561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6326724" h="6561326">
                  <a:moveTo>
                    <a:pt x="6326724" y="5020808"/>
                  </a:moveTo>
                  <a:lnTo>
                    <a:pt x="6326724" y="5698632"/>
                  </a:lnTo>
                  <a:lnTo>
                    <a:pt x="6067438" y="5902509"/>
                  </a:lnTo>
                  <a:cubicBezTo>
                    <a:pt x="5977868" y="5970407"/>
                    <a:pt x="5888364" y="6036453"/>
                    <a:pt x="5799974" y="6102017"/>
                  </a:cubicBezTo>
                  <a:lnTo>
                    <a:pt x="5665258" y="6202100"/>
                  </a:lnTo>
                  <a:cubicBezTo>
                    <a:pt x="5619654" y="6235719"/>
                    <a:pt x="5573656" y="6269596"/>
                    <a:pt x="5526873" y="6302828"/>
                  </a:cubicBezTo>
                  <a:cubicBezTo>
                    <a:pt x="5480220" y="6336189"/>
                    <a:pt x="5433044" y="6369423"/>
                    <a:pt x="5385080" y="6402268"/>
                  </a:cubicBezTo>
                  <a:cubicBezTo>
                    <a:pt x="5336988" y="6434857"/>
                    <a:pt x="5288500" y="6467187"/>
                    <a:pt x="5238833" y="6498875"/>
                  </a:cubicBezTo>
                  <a:lnTo>
                    <a:pt x="5138040" y="6561326"/>
                  </a:lnTo>
                  <a:lnTo>
                    <a:pt x="3946072" y="6561326"/>
                  </a:lnTo>
                  <a:lnTo>
                    <a:pt x="3976009" y="6555242"/>
                  </a:lnTo>
                  <a:cubicBezTo>
                    <a:pt x="4123712" y="6519227"/>
                    <a:pt x="4266863" y="6466383"/>
                    <a:pt x="4404855" y="6399048"/>
                  </a:cubicBezTo>
                  <a:cubicBezTo>
                    <a:pt x="4589500" y="6310299"/>
                    <a:pt x="4765232" y="6196690"/>
                    <a:pt x="4938868" y="6072132"/>
                  </a:cubicBezTo>
                  <a:cubicBezTo>
                    <a:pt x="4982245" y="6041089"/>
                    <a:pt x="5025359" y="6008630"/>
                    <a:pt x="5068342" y="5976042"/>
                  </a:cubicBezTo>
                  <a:cubicBezTo>
                    <a:pt x="5111588" y="5943453"/>
                    <a:pt x="5154702" y="5910349"/>
                    <a:pt x="5197816" y="5876730"/>
                  </a:cubicBezTo>
                  <a:lnTo>
                    <a:pt x="5460039" y="5670637"/>
                  </a:lnTo>
                  <a:cubicBezTo>
                    <a:pt x="5639966" y="5530365"/>
                    <a:pt x="5821596" y="5399753"/>
                    <a:pt x="5999033" y="5271718"/>
                  </a:cubicBezTo>
                  <a:cubicBezTo>
                    <a:pt x="6087686" y="5207700"/>
                    <a:pt x="6174667" y="5143360"/>
                    <a:pt x="6258766" y="5077603"/>
                  </a:cubicBezTo>
                  <a:close/>
                  <a:moveTo>
                    <a:pt x="4139342" y="440"/>
                  </a:moveTo>
                  <a:cubicBezTo>
                    <a:pt x="4198237" y="1301"/>
                    <a:pt x="4257068" y="3427"/>
                    <a:pt x="4315744" y="6808"/>
                  </a:cubicBezTo>
                  <a:cubicBezTo>
                    <a:pt x="4550841" y="20849"/>
                    <a:pt x="4785806" y="55240"/>
                    <a:pt x="5015400" y="113591"/>
                  </a:cubicBezTo>
                  <a:cubicBezTo>
                    <a:pt x="5244992" y="171812"/>
                    <a:pt x="5469212" y="254249"/>
                    <a:pt x="5681114" y="361418"/>
                  </a:cubicBezTo>
                  <a:cubicBezTo>
                    <a:pt x="5892754" y="468586"/>
                    <a:pt x="6093124" y="599584"/>
                    <a:pt x="6270952" y="755441"/>
                  </a:cubicBezTo>
                  <a:lnTo>
                    <a:pt x="6326724" y="807432"/>
                  </a:lnTo>
                  <a:lnTo>
                    <a:pt x="6326724" y="1231565"/>
                  </a:lnTo>
                  <a:lnTo>
                    <a:pt x="6302093" y="1203002"/>
                  </a:lnTo>
                  <a:cubicBezTo>
                    <a:pt x="6227937" y="1127247"/>
                    <a:pt x="6149211" y="1056081"/>
                    <a:pt x="6066914" y="989616"/>
                  </a:cubicBezTo>
                  <a:cubicBezTo>
                    <a:pt x="5902714" y="856299"/>
                    <a:pt x="5724360" y="740371"/>
                    <a:pt x="5533688" y="647242"/>
                  </a:cubicBezTo>
                  <a:cubicBezTo>
                    <a:pt x="5343146" y="553857"/>
                    <a:pt x="5141466" y="482239"/>
                    <a:pt x="4933626" y="432262"/>
                  </a:cubicBezTo>
                  <a:cubicBezTo>
                    <a:pt x="4725788" y="382156"/>
                    <a:pt x="4512182" y="353303"/>
                    <a:pt x="4296873" y="343126"/>
                  </a:cubicBezTo>
                  <a:cubicBezTo>
                    <a:pt x="4081172" y="332435"/>
                    <a:pt x="3865732" y="339520"/>
                    <a:pt x="3651602" y="365797"/>
                  </a:cubicBezTo>
                  <a:cubicBezTo>
                    <a:pt x="3437604" y="392202"/>
                    <a:pt x="3225572" y="436384"/>
                    <a:pt x="3018256" y="496666"/>
                  </a:cubicBezTo>
                  <a:cubicBezTo>
                    <a:pt x="2810809" y="556691"/>
                    <a:pt x="2608474" y="634362"/>
                    <a:pt x="2412429" y="724399"/>
                  </a:cubicBezTo>
                  <a:cubicBezTo>
                    <a:pt x="2019160" y="902541"/>
                    <a:pt x="1651969" y="1138775"/>
                    <a:pt x="1329857" y="1424086"/>
                  </a:cubicBezTo>
                  <a:cubicBezTo>
                    <a:pt x="1169326" y="1567192"/>
                    <a:pt x="1020588" y="1723307"/>
                    <a:pt x="887314" y="1891015"/>
                  </a:cubicBezTo>
                  <a:cubicBezTo>
                    <a:pt x="753778" y="2058466"/>
                    <a:pt x="635967" y="2238026"/>
                    <a:pt x="537420" y="2427245"/>
                  </a:cubicBezTo>
                  <a:cubicBezTo>
                    <a:pt x="438874" y="2616335"/>
                    <a:pt x="356839" y="2814313"/>
                    <a:pt x="299965" y="3020021"/>
                  </a:cubicBezTo>
                  <a:cubicBezTo>
                    <a:pt x="242961" y="3225212"/>
                    <a:pt x="213474" y="3438518"/>
                    <a:pt x="213606" y="3651953"/>
                  </a:cubicBezTo>
                  <a:cubicBezTo>
                    <a:pt x="214785" y="3756804"/>
                    <a:pt x="225269" y="3860881"/>
                    <a:pt x="250036" y="3961352"/>
                  </a:cubicBezTo>
                  <a:cubicBezTo>
                    <a:pt x="274412" y="4061950"/>
                    <a:pt x="312284" y="4158171"/>
                    <a:pt x="357625" y="4250783"/>
                  </a:cubicBezTo>
                  <a:cubicBezTo>
                    <a:pt x="380558" y="4297025"/>
                    <a:pt x="405982" y="4342366"/>
                    <a:pt x="432715" y="4387063"/>
                  </a:cubicBezTo>
                  <a:cubicBezTo>
                    <a:pt x="459841" y="4431630"/>
                    <a:pt x="488803" y="4475554"/>
                    <a:pt x="518943" y="4518962"/>
                  </a:cubicBezTo>
                  <a:cubicBezTo>
                    <a:pt x="580011" y="4605521"/>
                    <a:pt x="647893" y="4689504"/>
                    <a:pt x="718133" y="4773874"/>
                  </a:cubicBezTo>
                  <a:cubicBezTo>
                    <a:pt x="788374" y="4858372"/>
                    <a:pt x="861760" y="4942871"/>
                    <a:pt x="933704" y="5030717"/>
                  </a:cubicBezTo>
                  <a:cubicBezTo>
                    <a:pt x="969742" y="5074512"/>
                    <a:pt x="1005387" y="5119337"/>
                    <a:pt x="1040900" y="5164806"/>
                  </a:cubicBezTo>
                  <a:lnTo>
                    <a:pt x="1092401" y="5230628"/>
                  </a:lnTo>
                  <a:cubicBezTo>
                    <a:pt x="1109306" y="5251624"/>
                    <a:pt x="1125425" y="5273135"/>
                    <a:pt x="1142854" y="5293615"/>
                  </a:cubicBezTo>
                  <a:cubicBezTo>
                    <a:pt x="1278880" y="5460293"/>
                    <a:pt x="1426438" y="5613704"/>
                    <a:pt x="1576354" y="5759128"/>
                  </a:cubicBezTo>
                  <a:cubicBezTo>
                    <a:pt x="1651706" y="5831519"/>
                    <a:pt x="1728368" y="5901461"/>
                    <a:pt x="1806865" y="5968571"/>
                  </a:cubicBezTo>
                  <a:cubicBezTo>
                    <a:pt x="1885362" y="6035680"/>
                    <a:pt x="1965299" y="6100599"/>
                    <a:pt x="2048253" y="6161654"/>
                  </a:cubicBezTo>
                  <a:cubicBezTo>
                    <a:pt x="2213502" y="6284022"/>
                    <a:pt x="2391724" y="6393380"/>
                    <a:pt x="2587506" y="6467059"/>
                  </a:cubicBezTo>
                  <a:cubicBezTo>
                    <a:pt x="2685137" y="6503898"/>
                    <a:pt x="2786304" y="6532106"/>
                    <a:pt x="2889176" y="6553360"/>
                  </a:cubicBezTo>
                  <a:lnTo>
                    <a:pt x="2929698" y="6561326"/>
                  </a:lnTo>
                  <a:lnTo>
                    <a:pt x="1816374" y="6561326"/>
                  </a:lnTo>
                  <a:lnTo>
                    <a:pt x="1787601" y="6545761"/>
                  </a:lnTo>
                  <a:cubicBezTo>
                    <a:pt x="1577272" y="6422749"/>
                    <a:pt x="1389483" y="6266761"/>
                    <a:pt x="1225544" y="6094158"/>
                  </a:cubicBezTo>
                  <a:cubicBezTo>
                    <a:pt x="1143116" y="6007986"/>
                    <a:pt x="1068158" y="5916274"/>
                    <a:pt x="997654" y="5822374"/>
                  </a:cubicBezTo>
                  <a:cubicBezTo>
                    <a:pt x="927546" y="5728086"/>
                    <a:pt x="860842" y="5632381"/>
                    <a:pt x="798596" y="5534615"/>
                  </a:cubicBezTo>
                  <a:cubicBezTo>
                    <a:pt x="782608" y="5510399"/>
                    <a:pt x="767537" y="5485797"/>
                    <a:pt x="752075" y="5461324"/>
                  </a:cubicBezTo>
                  <a:lnTo>
                    <a:pt x="707650" y="5390221"/>
                  </a:lnTo>
                  <a:cubicBezTo>
                    <a:pt x="679213" y="5344237"/>
                    <a:pt x="649728" y="5298638"/>
                    <a:pt x="619980" y="5252396"/>
                  </a:cubicBezTo>
                  <a:lnTo>
                    <a:pt x="438349" y="4970822"/>
                  </a:lnTo>
                  <a:cubicBezTo>
                    <a:pt x="377413" y="4874860"/>
                    <a:pt x="317263" y="4776064"/>
                    <a:pt x="261044" y="4673145"/>
                  </a:cubicBezTo>
                  <a:cubicBezTo>
                    <a:pt x="233000" y="4621622"/>
                    <a:pt x="205874" y="4569197"/>
                    <a:pt x="181107" y="4515356"/>
                  </a:cubicBezTo>
                  <a:cubicBezTo>
                    <a:pt x="156470" y="4461385"/>
                    <a:pt x="133537" y="4406385"/>
                    <a:pt x="113224" y="4350223"/>
                  </a:cubicBezTo>
                  <a:cubicBezTo>
                    <a:pt x="93305" y="4293934"/>
                    <a:pt x="75614" y="4236872"/>
                    <a:pt x="61199" y="4178908"/>
                  </a:cubicBezTo>
                  <a:cubicBezTo>
                    <a:pt x="54385" y="4149927"/>
                    <a:pt x="47440" y="4120815"/>
                    <a:pt x="41804" y="4091577"/>
                  </a:cubicBezTo>
                  <a:lnTo>
                    <a:pt x="33287" y="4047781"/>
                  </a:lnTo>
                  <a:lnTo>
                    <a:pt x="26209" y="4003858"/>
                  </a:lnTo>
                  <a:cubicBezTo>
                    <a:pt x="7732" y="3886643"/>
                    <a:pt x="0" y="3768783"/>
                    <a:pt x="0" y="3651953"/>
                  </a:cubicBezTo>
                  <a:cubicBezTo>
                    <a:pt x="524" y="3422031"/>
                    <a:pt x="25030" y="3192109"/>
                    <a:pt x="72731" y="2966307"/>
                  </a:cubicBezTo>
                  <a:cubicBezTo>
                    <a:pt x="120301" y="2740634"/>
                    <a:pt x="193163" y="2519343"/>
                    <a:pt x="291316" y="2309385"/>
                  </a:cubicBezTo>
                  <a:cubicBezTo>
                    <a:pt x="488540" y="1889469"/>
                    <a:pt x="774352" y="1513736"/>
                    <a:pt x="1110878" y="1193776"/>
                  </a:cubicBezTo>
                  <a:cubicBezTo>
                    <a:pt x="1279535" y="1033797"/>
                    <a:pt x="1461821" y="887856"/>
                    <a:pt x="1654327" y="756730"/>
                  </a:cubicBezTo>
                  <a:cubicBezTo>
                    <a:pt x="1847096" y="625732"/>
                    <a:pt x="2049956" y="509031"/>
                    <a:pt x="2261727" y="409720"/>
                  </a:cubicBezTo>
                  <a:cubicBezTo>
                    <a:pt x="2685792" y="212515"/>
                    <a:pt x="3142357" y="82162"/>
                    <a:pt x="3610060" y="27032"/>
                  </a:cubicBezTo>
                  <a:cubicBezTo>
                    <a:pt x="3785399" y="6647"/>
                    <a:pt x="3962657" y="-2144"/>
                    <a:pt x="4139342" y="44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471" name="Freeform: Shape 19470">
              <a:extLst>
                <a:ext uri="{FF2B5EF4-FFF2-40B4-BE49-F238E27FC236}">
                  <a16:creationId xmlns:a16="http://schemas.microsoft.com/office/drawing/2014/main" id="{BC4A6C98-F96E-4587-B01F-A9B01BBFAD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0322" y="353119"/>
              <a:ext cx="6321679" cy="6521594"/>
            </a:xfrm>
            <a:custGeom>
              <a:avLst/>
              <a:gdLst>
                <a:gd name="connsiteX0" fmla="*/ 4150102 w 6321679"/>
                <a:gd name="connsiteY0" fmla="*/ 0 h 6521594"/>
                <a:gd name="connsiteX1" fmla="*/ 6083891 w 6321679"/>
                <a:gd name="connsiteY1" fmla="*/ 619943 h 6521594"/>
                <a:gd name="connsiteX2" fmla="*/ 6321679 w 6321679"/>
                <a:gd name="connsiteY2" fmla="*/ 822247 h 6521594"/>
                <a:gd name="connsiteX3" fmla="*/ 6321679 w 6321679"/>
                <a:gd name="connsiteY3" fmla="*/ 1866928 h 6521594"/>
                <a:gd name="connsiteX4" fmla="*/ 6212358 w 6321679"/>
                <a:gd name="connsiteY4" fmla="*/ 1689281 h 6521594"/>
                <a:gd name="connsiteX5" fmla="*/ 6049880 w 6321679"/>
                <a:gd name="connsiteY5" fmla="*/ 1477173 h 6521594"/>
                <a:gd name="connsiteX6" fmla="*/ 5248663 w 6321679"/>
                <a:gd name="connsiteY6" fmla="*/ 869327 h 6521594"/>
                <a:gd name="connsiteX7" fmla="*/ 4150102 w 6321679"/>
                <a:gd name="connsiteY7" fmla="*/ 644042 h 6521594"/>
                <a:gd name="connsiteX8" fmla="*/ 2867946 w 6321679"/>
                <a:gd name="connsiteY8" fmla="*/ 886459 h 6521594"/>
                <a:gd name="connsiteX9" fmla="*/ 1728892 w 6321679"/>
                <a:gd name="connsiteY9" fmla="*/ 1552397 h 6521594"/>
                <a:gd name="connsiteX10" fmla="*/ 941043 w 6321679"/>
                <a:gd name="connsiteY10" fmla="*/ 2512664 h 6521594"/>
                <a:gd name="connsiteX11" fmla="*/ 655362 w 6321679"/>
                <a:gd name="connsiteY11" fmla="*/ 3630204 h 6521594"/>
                <a:gd name="connsiteX12" fmla="*/ 1128177 w 6321679"/>
                <a:gd name="connsiteY12" fmla="*/ 4667883 h 6521594"/>
                <a:gd name="connsiteX13" fmla="*/ 1366419 w 6321679"/>
                <a:gd name="connsiteY13" fmla="*/ 4997246 h 6521594"/>
                <a:gd name="connsiteX14" fmla="*/ 3601937 w 6321679"/>
                <a:gd name="connsiteY14" fmla="*/ 6284685 h 6521594"/>
                <a:gd name="connsiteX15" fmla="*/ 5298985 w 6321679"/>
                <a:gd name="connsiteY15" fmla="*/ 5492643 h 6521594"/>
                <a:gd name="connsiteX16" fmla="*/ 5505513 w 6321679"/>
                <a:gd name="connsiteY16" fmla="*/ 5335367 h 6521594"/>
                <a:gd name="connsiteX17" fmla="*/ 6252618 w 6321679"/>
                <a:gd name="connsiteY17" fmla="*/ 4722492 h 6521594"/>
                <a:gd name="connsiteX18" fmla="*/ 6321679 w 6321679"/>
                <a:gd name="connsiteY18" fmla="*/ 4651477 h 6521594"/>
                <a:gd name="connsiteX19" fmla="*/ 6321679 w 6321679"/>
                <a:gd name="connsiteY19" fmla="*/ 5523097 h 6521594"/>
                <a:gd name="connsiteX20" fmla="*/ 6024428 w 6321679"/>
                <a:gd name="connsiteY20" fmla="*/ 5754969 h 6521594"/>
                <a:gd name="connsiteX21" fmla="*/ 5702345 w 6321679"/>
                <a:gd name="connsiteY21" fmla="*/ 6000018 h 6521594"/>
                <a:gd name="connsiteX22" fmla="*/ 4988380 w 6321679"/>
                <a:gd name="connsiteY22" fmla="*/ 6506549 h 6521594"/>
                <a:gd name="connsiteX23" fmla="*/ 4961490 w 6321679"/>
                <a:gd name="connsiteY23" fmla="*/ 6521594 h 6521594"/>
                <a:gd name="connsiteX24" fmla="*/ 2011326 w 6321679"/>
                <a:gd name="connsiteY24" fmla="*/ 6521594 h 6521594"/>
                <a:gd name="connsiteX25" fmla="*/ 1982893 w 6321679"/>
                <a:gd name="connsiteY25" fmla="*/ 6505768 h 6521594"/>
                <a:gd name="connsiteX26" fmla="*/ 824149 w 6321679"/>
                <a:gd name="connsiteY26" fmla="*/ 5358682 h 6521594"/>
                <a:gd name="connsiteX27" fmla="*/ 0 w 6321679"/>
                <a:gd name="connsiteY27" fmla="*/ 3630075 h 6521594"/>
                <a:gd name="connsiteX28" fmla="*/ 4150102 w 6321679"/>
                <a:gd name="connsiteY28" fmla="*/ 0 h 6521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6321679" h="6521594">
                  <a:moveTo>
                    <a:pt x="4150102" y="0"/>
                  </a:moveTo>
                  <a:cubicBezTo>
                    <a:pt x="4918148" y="0"/>
                    <a:pt x="5569597" y="228540"/>
                    <a:pt x="6083891" y="619943"/>
                  </a:cubicBezTo>
                  <a:lnTo>
                    <a:pt x="6321679" y="822247"/>
                  </a:lnTo>
                  <a:lnTo>
                    <a:pt x="6321679" y="1866928"/>
                  </a:lnTo>
                  <a:lnTo>
                    <a:pt x="6212358" y="1689281"/>
                  </a:lnTo>
                  <a:cubicBezTo>
                    <a:pt x="6161484" y="1615222"/>
                    <a:pt x="6107295" y="1544427"/>
                    <a:pt x="6049880" y="1477173"/>
                  </a:cubicBezTo>
                  <a:cubicBezTo>
                    <a:pt x="5825135" y="1214018"/>
                    <a:pt x="5555573" y="1009470"/>
                    <a:pt x="5248663" y="869327"/>
                  </a:cubicBezTo>
                  <a:cubicBezTo>
                    <a:pt x="4921178" y="719909"/>
                    <a:pt x="4551627" y="644042"/>
                    <a:pt x="4150102" y="644042"/>
                  </a:cubicBezTo>
                  <a:cubicBezTo>
                    <a:pt x="3724203" y="644042"/>
                    <a:pt x="3292799" y="725448"/>
                    <a:pt x="2867946" y="886459"/>
                  </a:cubicBezTo>
                  <a:cubicBezTo>
                    <a:pt x="2454234" y="1042832"/>
                    <a:pt x="2060440" y="1273141"/>
                    <a:pt x="1728892" y="1552397"/>
                  </a:cubicBezTo>
                  <a:cubicBezTo>
                    <a:pt x="1391580" y="1836419"/>
                    <a:pt x="1126473" y="2159600"/>
                    <a:pt x="941043" y="2512664"/>
                  </a:cubicBezTo>
                  <a:cubicBezTo>
                    <a:pt x="751551" y="2873583"/>
                    <a:pt x="655362" y="3249575"/>
                    <a:pt x="655362" y="3630204"/>
                  </a:cubicBezTo>
                  <a:cubicBezTo>
                    <a:pt x="655362" y="4013537"/>
                    <a:pt x="808817" y="4237405"/>
                    <a:pt x="1128177" y="4667883"/>
                  </a:cubicBezTo>
                  <a:cubicBezTo>
                    <a:pt x="1205232" y="4771702"/>
                    <a:pt x="1284908" y="4879129"/>
                    <a:pt x="1366419" y="4997246"/>
                  </a:cubicBezTo>
                  <a:cubicBezTo>
                    <a:pt x="1989282" y="5899677"/>
                    <a:pt x="2657880" y="6284685"/>
                    <a:pt x="3601937" y="6284685"/>
                  </a:cubicBezTo>
                  <a:cubicBezTo>
                    <a:pt x="4221523" y="6284685"/>
                    <a:pt x="4676122" y="5971036"/>
                    <a:pt x="5298985" y="5492643"/>
                  </a:cubicBezTo>
                  <a:cubicBezTo>
                    <a:pt x="5368571" y="5439187"/>
                    <a:pt x="5438156" y="5386375"/>
                    <a:pt x="5505513" y="5335367"/>
                  </a:cubicBezTo>
                  <a:cubicBezTo>
                    <a:pt x="5779335" y="5127761"/>
                    <a:pt x="6041730" y="4928776"/>
                    <a:pt x="6252618" y="4722492"/>
                  </a:cubicBezTo>
                  <a:lnTo>
                    <a:pt x="6321679" y="4651477"/>
                  </a:lnTo>
                  <a:lnTo>
                    <a:pt x="6321679" y="5523097"/>
                  </a:lnTo>
                  <a:lnTo>
                    <a:pt x="6024428" y="5754969"/>
                  </a:lnTo>
                  <a:cubicBezTo>
                    <a:pt x="5918395" y="5835747"/>
                    <a:pt x="5810491" y="5916953"/>
                    <a:pt x="5702345" y="6000018"/>
                  </a:cubicBezTo>
                  <a:cubicBezTo>
                    <a:pt x="5466020" y="6181541"/>
                    <a:pt x="5232938" y="6357503"/>
                    <a:pt x="4988380" y="6506549"/>
                  </a:cubicBezTo>
                  <a:lnTo>
                    <a:pt x="4961490" y="6521594"/>
                  </a:lnTo>
                  <a:lnTo>
                    <a:pt x="2011326" y="6521594"/>
                  </a:lnTo>
                  <a:lnTo>
                    <a:pt x="1982893" y="6505768"/>
                  </a:lnTo>
                  <a:cubicBezTo>
                    <a:pt x="1531799" y="6233999"/>
                    <a:pt x="1157400" y="5841520"/>
                    <a:pt x="824149" y="5358682"/>
                  </a:cubicBezTo>
                  <a:cubicBezTo>
                    <a:pt x="424196" y="4779302"/>
                    <a:pt x="0" y="4381929"/>
                    <a:pt x="0" y="3630075"/>
                  </a:cubicBezTo>
                  <a:cubicBezTo>
                    <a:pt x="0" y="1625174"/>
                    <a:pt x="2089794" y="0"/>
                    <a:pt x="415010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472" name="Freeform: Shape 19471">
              <a:extLst>
                <a:ext uri="{FF2B5EF4-FFF2-40B4-BE49-F238E27FC236}">
                  <a16:creationId xmlns:a16="http://schemas.microsoft.com/office/drawing/2014/main" id="{A66409EC-9CC3-482A-A4A5-54ED092B3F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0322" y="353119"/>
              <a:ext cx="6321679" cy="6521594"/>
            </a:xfrm>
            <a:custGeom>
              <a:avLst/>
              <a:gdLst>
                <a:gd name="connsiteX0" fmla="*/ 4150102 w 6321679"/>
                <a:gd name="connsiteY0" fmla="*/ 0 h 6521594"/>
                <a:gd name="connsiteX1" fmla="*/ 6083891 w 6321679"/>
                <a:gd name="connsiteY1" fmla="*/ 619943 h 6521594"/>
                <a:gd name="connsiteX2" fmla="*/ 6321679 w 6321679"/>
                <a:gd name="connsiteY2" fmla="*/ 822247 h 6521594"/>
                <a:gd name="connsiteX3" fmla="*/ 6321679 w 6321679"/>
                <a:gd name="connsiteY3" fmla="*/ 2150195 h 6521594"/>
                <a:gd name="connsiteX4" fmla="*/ 6241288 w 6321679"/>
                <a:gd name="connsiteY4" fmla="*/ 1985338 h 6521594"/>
                <a:gd name="connsiteX5" fmla="*/ 5949367 w 6321679"/>
                <a:gd name="connsiteY5" fmla="*/ 1559997 h 6521594"/>
                <a:gd name="connsiteX6" fmla="*/ 5193362 w 6321679"/>
                <a:gd name="connsiteY6" fmla="*/ 986156 h 6521594"/>
                <a:gd name="connsiteX7" fmla="*/ 4150102 w 6321679"/>
                <a:gd name="connsiteY7" fmla="*/ 772850 h 6521594"/>
                <a:gd name="connsiteX8" fmla="*/ 2914861 w 6321679"/>
                <a:gd name="connsiteY8" fmla="*/ 1006637 h 6521594"/>
                <a:gd name="connsiteX9" fmla="*/ 1814073 w 6321679"/>
                <a:gd name="connsiteY9" fmla="*/ 1650163 h 6521594"/>
                <a:gd name="connsiteX10" fmla="*/ 1057412 w 6321679"/>
                <a:gd name="connsiteY10" fmla="*/ 2571657 h 6521594"/>
                <a:gd name="connsiteX11" fmla="*/ 786277 w 6321679"/>
                <a:gd name="connsiteY11" fmla="*/ 3630204 h 6521594"/>
                <a:gd name="connsiteX12" fmla="*/ 1233931 w 6321679"/>
                <a:gd name="connsiteY12" fmla="*/ 4592016 h 6521594"/>
                <a:gd name="connsiteX13" fmla="*/ 1474795 w 6321679"/>
                <a:gd name="connsiteY13" fmla="*/ 4924985 h 6521594"/>
                <a:gd name="connsiteX14" fmla="*/ 2393691 w 6321679"/>
                <a:gd name="connsiteY14" fmla="*/ 5846995 h 6521594"/>
                <a:gd name="connsiteX15" fmla="*/ 3601805 w 6321679"/>
                <a:gd name="connsiteY15" fmla="*/ 6155876 h 6521594"/>
                <a:gd name="connsiteX16" fmla="*/ 4378909 w 6321679"/>
                <a:gd name="connsiteY16" fmla="*/ 5959186 h 6521594"/>
                <a:gd name="connsiteX17" fmla="*/ 5218129 w 6321679"/>
                <a:gd name="connsiteY17" fmla="*/ 5391271 h 6521594"/>
                <a:gd name="connsiteX18" fmla="*/ 5425313 w 6321679"/>
                <a:gd name="connsiteY18" fmla="*/ 5233481 h 6521594"/>
                <a:gd name="connsiteX19" fmla="*/ 6254366 w 6321679"/>
                <a:gd name="connsiteY19" fmla="*/ 4534301 h 6521594"/>
                <a:gd name="connsiteX20" fmla="*/ 6321679 w 6321679"/>
                <a:gd name="connsiteY20" fmla="*/ 4456641 h 6521594"/>
                <a:gd name="connsiteX21" fmla="*/ 6321679 w 6321679"/>
                <a:gd name="connsiteY21" fmla="*/ 5523097 h 6521594"/>
                <a:gd name="connsiteX22" fmla="*/ 6024428 w 6321679"/>
                <a:gd name="connsiteY22" fmla="*/ 5754969 h 6521594"/>
                <a:gd name="connsiteX23" fmla="*/ 5702345 w 6321679"/>
                <a:gd name="connsiteY23" fmla="*/ 6000018 h 6521594"/>
                <a:gd name="connsiteX24" fmla="*/ 4988380 w 6321679"/>
                <a:gd name="connsiteY24" fmla="*/ 6506549 h 6521594"/>
                <a:gd name="connsiteX25" fmla="*/ 4961490 w 6321679"/>
                <a:gd name="connsiteY25" fmla="*/ 6521594 h 6521594"/>
                <a:gd name="connsiteX26" fmla="*/ 2011326 w 6321679"/>
                <a:gd name="connsiteY26" fmla="*/ 6521594 h 6521594"/>
                <a:gd name="connsiteX27" fmla="*/ 1982893 w 6321679"/>
                <a:gd name="connsiteY27" fmla="*/ 6505768 h 6521594"/>
                <a:gd name="connsiteX28" fmla="*/ 824149 w 6321679"/>
                <a:gd name="connsiteY28" fmla="*/ 5358682 h 6521594"/>
                <a:gd name="connsiteX29" fmla="*/ 0 w 6321679"/>
                <a:gd name="connsiteY29" fmla="*/ 3630075 h 6521594"/>
                <a:gd name="connsiteX30" fmla="*/ 4150102 w 6321679"/>
                <a:gd name="connsiteY30" fmla="*/ 0 h 6521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6321679" h="6521594">
                  <a:moveTo>
                    <a:pt x="4150102" y="0"/>
                  </a:moveTo>
                  <a:cubicBezTo>
                    <a:pt x="4918148" y="0"/>
                    <a:pt x="5569597" y="228540"/>
                    <a:pt x="6083891" y="619943"/>
                  </a:cubicBezTo>
                  <a:lnTo>
                    <a:pt x="6321679" y="822247"/>
                  </a:lnTo>
                  <a:lnTo>
                    <a:pt x="6321679" y="2150195"/>
                  </a:lnTo>
                  <a:lnTo>
                    <a:pt x="6241288" y="1985338"/>
                  </a:lnTo>
                  <a:cubicBezTo>
                    <a:pt x="6156788" y="1831195"/>
                    <a:pt x="6059249" y="1688709"/>
                    <a:pt x="5949367" y="1559997"/>
                  </a:cubicBezTo>
                  <a:cubicBezTo>
                    <a:pt x="5737073" y="1311397"/>
                    <a:pt x="5482843" y="1118314"/>
                    <a:pt x="5193362" y="986156"/>
                  </a:cubicBezTo>
                  <a:cubicBezTo>
                    <a:pt x="4883437" y="844596"/>
                    <a:pt x="4532365" y="772850"/>
                    <a:pt x="4150102" y="772850"/>
                  </a:cubicBezTo>
                  <a:cubicBezTo>
                    <a:pt x="3746218" y="772850"/>
                    <a:pt x="3319008" y="853613"/>
                    <a:pt x="2914861" y="1006637"/>
                  </a:cubicBezTo>
                  <a:cubicBezTo>
                    <a:pt x="2515039" y="1157857"/>
                    <a:pt x="2134350" y="1380438"/>
                    <a:pt x="1814073" y="1650163"/>
                  </a:cubicBezTo>
                  <a:cubicBezTo>
                    <a:pt x="1494190" y="1919502"/>
                    <a:pt x="1232622" y="2238173"/>
                    <a:pt x="1057412" y="2571657"/>
                  </a:cubicBezTo>
                  <a:cubicBezTo>
                    <a:pt x="877486" y="2914158"/>
                    <a:pt x="786277" y="3270313"/>
                    <a:pt x="786277" y="3630204"/>
                  </a:cubicBezTo>
                  <a:cubicBezTo>
                    <a:pt x="786277" y="3974121"/>
                    <a:pt x="923483" y="4173646"/>
                    <a:pt x="1233931" y="4592016"/>
                  </a:cubicBezTo>
                  <a:cubicBezTo>
                    <a:pt x="1311641" y="4696736"/>
                    <a:pt x="1391972" y="4805064"/>
                    <a:pt x="1474795" y="4924985"/>
                  </a:cubicBezTo>
                  <a:cubicBezTo>
                    <a:pt x="1767682" y="5349278"/>
                    <a:pt x="2068172" y="5650948"/>
                    <a:pt x="2393691" y="5846995"/>
                  </a:cubicBezTo>
                  <a:cubicBezTo>
                    <a:pt x="2738735" y="6054891"/>
                    <a:pt x="3133971" y="6155876"/>
                    <a:pt x="3601805" y="6155876"/>
                  </a:cubicBezTo>
                  <a:cubicBezTo>
                    <a:pt x="3867305" y="6155876"/>
                    <a:pt x="4114196" y="6093405"/>
                    <a:pt x="4378909" y="5959186"/>
                  </a:cubicBezTo>
                  <a:cubicBezTo>
                    <a:pt x="4650699" y="5821362"/>
                    <a:pt x="4919737" y="5620421"/>
                    <a:pt x="5218129" y="5391271"/>
                  </a:cubicBezTo>
                  <a:cubicBezTo>
                    <a:pt x="5288107" y="5337558"/>
                    <a:pt x="5357824" y="5284617"/>
                    <a:pt x="5425313" y="5233481"/>
                  </a:cubicBezTo>
                  <a:cubicBezTo>
                    <a:pt x="5739037" y="4995556"/>
                    <a:pt x="6037512" y="4769168"/>
                    <a:pt x="6254366" y="4534301"/>
                  </a:cubicBezTo>
                  <a:lnTo>
                    <a:pt x="6321679" y="4456641"/>
                  </a:lnTo>
                  <a:lnTo>
                    <a:pt x="6321679" y="5523097"/>
                  </a:lnTo>
                  <a:lnTo>
                    <a:pt x="6024428" y="5754969"/>
                  </a:lnTo>
                  <a:cubicBezTo>
                    <a:pt x="5918395" y="5835747"/>
                    <a:pt x="5810491" y="5916953"/>
                    <a:pt x="5702345" y="6000018"/>
                  </a:cubicBezTo>
                  <a:cubicBezTo>
                    <a:pt x="5466020" y="6181541"/>
                    <a:pt x="5232938" y="6357503"/>
                    <a:pt x="4988380" y="6506549"/>
                  </a:cubicBezTo>
                  <a:lnTo>
                    <a:pt x="4961490" y="6521594"/>
                  </a:lnTo>
                  <a:lnTo>
                    <a:pt x="2011326" y="6521594"/>
                  </a:lnTo>
                  <a:lnTo>
                    <a:pt x="1982893" y="6505768"/>
                  </a:lnTo>
                  <a:cubicBezTo>
                    <a:pt x="1531799" y="6233999"/>
                    <a:pt x="1157400" y="5841520"/>
                    <a:pt x="824149" y="5358682"/>
                  </a:cubicBezTo>
                  <a:cubicBezTo>
                    <a:pt x="424196" y="4779302"/>
                    <a:pt x="0" y="4381929"/>
                    <a:pt x="0" y="3630075"/>
                  </a:cubicBezTo>
                  <a:cubicBezTo>
                    <a:pt x="0" y="1625174"/>
                    <a:pt x="2089794" y="0"/>
                    <a:pt x="415010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3" name="Picture 2" descr="A blue and black symbol&#10;&#10;Description automatically generated">
            <a:extLst>
              <a:ext uri="{FF2B5EF4-FFF2-40B4-BE49-F238E27FC236}">
                <a16:creationId xmlns:a16="http://schemas.microsoft.com/office/drawing/2014/main" id="{5A743DF8-4397-5625-EB0A-55056325C25E}"/>
              </a:ext>
            </a:extLst>
          </p:cNvPr>
          <p:cNvPicPr>
            <a:picLocks noChangeAspect="1"/>
          </p:cNvPicPr>
          <p:nvPr/>
        </p:nvPicPr>
        <p:blipFill>
          <a:blip r:embed="rId3">
            <a:extLst>
              <a:ext uri="{837473B0-CC2E-450A-ABE3-18F120FF3D39}">
                <a1611:picAttrSrcUrl xmlns:a1611="http://schemas.microsoft.com/office/drawing/2016/11/main" r:id="rId4"/>
              </a:ext>
            </a:extLst>
          </a:blip>
          <a:stretch>
            <a:fillRect/>
          </a:stretch>
        </p:blipFill>
        <p:spPr>
          <a:xfrm>
            <a:off x="7708392" y="2052657"/>
            <a:ext cx="4142232" cy="3676230"/>
          </a:xfrm>
          <a:prstGeom prst="rect">
            <a:avLst/>
          </a:prstGeom>
        </p:spPr>
      </p:pic>
      <p:sp>
        <p:nvSpPr>
          <p:cNvPr id="19459" name="Slide Number Placeholder 3">
            <a:extLst>
              <a:ext uri="{FF2B5EF4-FFF2-40B4-BE49-F238E27FC236}">
                <a16:creationId xmlns:a16="http://schemas.microsoft.com/office/drawing/2014/main" id="{18B21130-4F21-E9FF-7EFA-674382C9710B}"/>
              </a:ext>
            </a:extLst>
          </p:cNvPr>
          <p:cNvSpPr>
            <a:spLocks noGrp="1"/>
          </p:cNvSpPr>
          <p:nvPr>
            <p:ph type="sldNum" sz="quarter" idx="12"/>
          </p:nvPr>
        </p:nvSpPr>
        <p:spPr>
          <a:xfrm>
            <a:off x="8610600" y="6356350"/>
            <a:ext cx="2743200" cy="365125"/>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lvl1pPr>
              <a:spcBef>
                <a:spcPct val="20000"/>
              </a:spcBef>
              <a:buChar char="•"/>
              <a:defRPr b="1">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b="1">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b="1">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b="1">
                <a:solidFill>
                  <a:schemeClr val="tx1"/>
                </a:solidFill>
                <a:latin typeface="Arial" panose="020B0604020202020204" pitchFamily="34" charset="0"/>
                <a:ea typeface="ＭＳ Ｐゴシック" panose="020B0600070205080204" pitchFamily="34" charset="-128"/>
              </a:defRPr>
            </a:lvl9pPr>
          </a:lstStyle>
          <a:p>
            <a:pPr>
              <a:spcBef>
                <a:spcPct val="0"/>
              </a:spcBef>
              <a:spcAft>
                <a:spcPts val="600"/>
              </a:spcAft>
              <a:buFontTx/>
              <a:buNone/>
            </a:pPr>
            <a:fld id="{037C1800-0A65-43F6-B853-03E647368867}" type="slidenum">
              <a:rPr lang="en-US" altLang="en-US" b="0" smtClean="0"/>
              <a:pPr>
                <a:spcBef>
                  <a:spcPct val="0"/>
                </a:spcBef>
                <a:spcAft>
                  <a:spcPts val="600"/>
                </a:spcAft>
                <a:buFontTx/>
                <a:buNone/>
              </a:pPr>
              <a:t>6</a:t>
            </a:fld>
            <a:endParaRPr lang="en-US" altLang="en-US" b="0"/>
          </a:p>
        </p:txBody>
      </p:sp>
      <p:sp>
        <p:nvSpPr>
          <p:cNvPr id="4" name="TextBox 3">
            <a:extLst>
              <a:ext uri="{FF2B5EF4-FFF2-40B4-BE49-F238E27FC236}">
                <a16:creationId xmlns:a16="http://schemas.microsoft.com/office/drawing/2014/main" id="{D1E49855-4598-8375-8D77-F830220322DC}"/>
              </a:ext>
            </a:extLst>
          </p:cNvPr>
          <p:cNvSpPr txBox="1"/>
          <p:nvPr/>
        </p:nvSpPr>
        <p:spPr>
          <a:xfrm>
            <a:off x="9117182" y="5528832"/>
            <a:ext cx="2733442" cy="200055"/>
          </a:xfrm>
          <a:prstGeom prst="rect">
            <a:avLst/>
          </a:prstGeom>
          <a:solidFill>
            <a:srgbClr val="000000"/>
          </a:solidFill>
        </p:spPr>
        <p:txBody>
          <a:bodyPr wrap="none" rtlCol="0">
            <a:spAutoFit/>
          </a:bodyPr>
          <a:lstStyle/>
          <a:p>
            <a:pPr algn="r">
              <a:spcAft>
                <a:spcPts val="600"/>
              </a:spcAft>
            </a:pPr>
            <a:r>
              <a:rPr lang="en-IE" sz="700">
                <a:solidFill>
                  <a:srgbClr val="FFFFFF"/>
                </a:solidFill>
                <a:latin typeface="+mn-lt"/>
                <a:ea typeface="+mn-ea"/>
                <a:hlinkClick r:id="rId4" tooltip="https://damiandeluca.com.ar/5-caracteristicas-de-react-que-deberias-conocer">
                  <a:extLst>
                    <a:ext uri="{A12FA001-AC4F-418D-AE19-62706E023703}">
                      <ahyp:hlinkClr xmlns:ahyp="http://schemas.microsoft.com/office/drawing/2018/hyperlinkcolor" val="tx"/>
                    </a:ext>
                  </a:extLst>
                </a:hlinkClick>
              </a:rPr>
              <a:t>This Photo</a:t>
            </a:r>
            <a:r>
              <a:rPr lang="en-IE" sz="700">
                <a:solidFill>
                  <a:srgbClr val="FFFFFF"/>
                </a:solidFill>
                <a:latin typeface="+mn-lt"/>
                <a:ea typeface="+mn-ea"/>
              </a:rPr>
              <a:t> by Unknown Author is licensed under </a:t>
            </a:r>
            <a:r>
              <a:rPr lang="en-IE" sz="700">
                <a:solidFill>
                  <a:srgbClr val="FFFFFF"/>
                </a:solidFill>
                <a:latin typeface="+mn-lt"/>
                <a:ea typeface="+mn-ea"/>
                <a:hlinkClick r:id="rId5" tooltip="https://creativecommons.org/licenses/by-nc-nd/3.0/">
                  <a:extLst>
                    <a:ext uri="{A12FA001-AC4F-418D-AE19-62706E023703}">
                      <ahyp:hlinkClr xmlns:ahyp="http://schemas.microsoft.com/office/drawing/2018/hyperlinkcolor" val="tx"/>
                    </a:ext>
                  </a:extLst>
                </a:hlinkClick>
              </a:rPr>
              <a:t>CC BY-NC-ND</a:t>
            </a:r>
            <a:endParaRPr lang="en-IE" sz="700">
              <a:solidFill>
                <a:srgbClr val="FFFFFF"/>
              </a:solidFill>
              <a:latin typeface="+mn-lt"/>
              <a:ea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9458">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458">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9458">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9458">
                                            <p:txEl>
                                              <p:pRg st="7" end="7"/>
                                            </p:txEl>
                                          </p:spTgt>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0"/>
                                          </p:stCondLst>
                                        </p:cTn>
                                        <p:tgtEl>
                                          <p:spTgt spid="19458">
                                            <p:txEl>
                                              <p:pRg st="8" end="8"/>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9458">
                                            <p:txEl>
                                              <p:pRg st="9" end="9"/>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9458">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1E020063-2385-44AC-BD67-258E1F0B9F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7E014A0B-5338-4077-AFE9-A90D04D4492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4">
            <a:extLst>
              <a:ext uri="{FF2B5EF4-FFF2-40B4-BE49-F238E27FC236}">
                <a16:creationId xmlns:a16="http://schemas.microsoft.com/office/drawing/2014/main" id="{9A888664-116C-5603-67B9-6B54FE7BA8F2}"/>
              </a:ext>
            </a:extLst>
          </p:cNvPr>
          <p:cNvSpPr>
            <a:spLocks noGrp="1"/>
          </p:cNvSpPr>
          <p:nvPr>
            <p:ph type="title"/>
          </p:nvPr>
        </p:nvSpPr>
        <p:spPr>
          <a:xfrm>
            <a:off x="1179576" y="1261423"/>
            <a:ext cx="9829800" cy="1325880"/>
          </a:xfrm>
        </p:spPr>
        <p:txBody>
          <a:bodyPr anchor="b">
            <a:normAutofit/>
          </a:bodyPr>
          <a:lstStyle/>
          <a:p>
            <a:endParaRPr lang="en-IE" sz="3600"/>
          </a:p>
        </p:txBody>
      </p:sp>
      <p:grpSp>
        <p:nvGrpSpPr>
          <p:cNvPr id="23" name="Group 22">
            <a:extLst>
              <a:ext uri="{FF2B5EF4-FFF2-40B4-BE49-F238E27FC236}">
                <a16:creationId xmlns:a16="http://schemas.microsoft.com/office/drawing/2014/main" id="{78127680-150F-4A90-9950-F6639257811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5" y="-1"/>
            <a:ext cx="3362070" cy="2522849"/>
            <a:chOff x="-305" y="-1"/>
            <a:chExt cx="3832880" cy="2876136"/>
          </a:xfrm>
        </p:grpSpPr>
        <p:sp>
          <p:nvSpPr>
            <p:cNvPr id="24" name="Freeform: Shape 23">
              <a:extLst>
                <a:ext uri="{FF2B5EF4-FFF2-40B4-BE49-F238E27FC236}">
                  <a16:creationId xmlns:a16="http://schemas.microsoft.com/office/drawing/2014/main" id="{5088F97A-8362-4967-B664-D748B846EC5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30F9DEDE-4318-412A-81C5-C8C90F6897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Freeform: Shape 25">
              <a:extLst>
                <a:ext uri="{FF2B5EF4-FFF2-40B4-BE49-F238E27FC236}">
                  <a16:creationId xmlns:a16="http://schemas.microsoft.com/office/drawing/2014/main" id="{09E97DE9-7844-4707-8928-1CD88ADB72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Freeform: Shape 26">
              <a:extLst>
                <a:ext uri="{FF2B5EF4-FFF2-40B4-BE49-F238E27FC236}">
                  <a16:creationId xmlns:a16="http://schemas.microsoft.com/office/drawing/2014/main" id="{EC58954E-44A5-4A0D-97A9-8A2BB43D683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Content Placeholder 2">
            <a:extLst>
              <a:ext uri="{FF2B5EF4-FFF2-40B4-BE49-F238E27FC236}">
                <a16:creationId xmlns:a16="http://schemas.microsoft.com/office/drawing/2014/main" id="{BA08A156-1348-8225-2C50-059BA21E3CB0}"/>
              </a:ext>
            </a:extLst>
          </p:cNvPr>
          <p:cNvSpPr>
            <a:spLocks noGrp="1"/>
          </p:cNvSpPr>
          <p:nvPr>
            <p:ph idx="1"/>
          </p:nvPr>
        </p:nvSpPr>
        <p:spPr>
          <a:xfrm>
            <a:off x="804672" y="2827419"/>
            <a:ext cx="10015728" cy="3227626"/>
          </a:xfrm>
        </p:spPr>
        <p:txBody>
          <a:bodyPr anchor="ctr">
            <a:normAutofit/>
          </a:bodyPr>
          <a:lstStyle/>
          <a:p>
            <a:r>
              <a:rPr lang="en-GB" sz="2800" b="0" dirty="0">
                <a:solidFill>
                  <a:schemeClr val="tx2"/>
                </a:solidFill>
              </a:rPr>
              <a:t>Used to add type definitions to JavaScript codebases. </a:t>
            </a:r>
          </a:p>
          <a:p>
            <a:r>
              <a:rPr lang="en-GB" sz="2800" b="0" dirty="0">
                <a:solidFill>
                  <a:schemeClr val="tx2"/>
                </a:solidFill>
              </a:rPr>
              <a:t>TypeScript supports JSX (=&gt;TSX)</a:t>
            </a:r>
          </a:p>
          <a:p>
            <a:r>
              <a:rPr lang="en-GB" sz="2800" b="0" dirty="0">
                <a:solidFill>
                  <a:schemeClr val="tx2"/>
                </a:solidFill>
              </a:rPr>
              <a:t>Include in your React project using  </a:t>
            </a:r>
            <a:r>
              <a:rPr lang="en-GB" sz="2800" dirty="0">
                <a:solidFill>
                  <a:schemeClr val="tx2"/>
                </a:solidFill>
              </a:rPr>
              <a:t>@types/react </a:t>
            </a:r>
            <a:r>
              <a:rPr lang="en-GB" sz="2800" b="0" dirty="0">
                <a:solidFill>
                  <a:schemeClr val="tx2"/>
                </a:solidFill>
              </a:rPr>
              <a:t>and </a:t>
            </a:r>
            <a:r>
              <a:rPr lang="en-GB" sz="2800" dirty="0">
                <a:solidFill>
                  <a:schemeClr val="tx2"/>
                </a:solidFill>
              </a:rPr>
              <a:t>@types/react-dom</a:t>
            </a:r>
          </a:p>
          <a:p>
            <a:r>
              <a:rPr lang="en-GB" sz="2800" b="0" dirty="0">
                <a:solidFill>
                  <a:schemeClr val="tx2"/>
                </a:solidFill>
              </a:rPr>
              <a:t>Needs to be </a:t>
            </a:r>
            <a:r>
              <a:rPr lang="en-GB" sz="2800" dirty="0" err="1">
                <a:solidFill>
                  <a:schemeClr val="tx2"/>
                </a:solidFill>
              </a:rPr>
              <a:t>Transpiled</a:t>
            </a:r>
            <a:r>
              <a:rPr lang="en-GB" sz="2800" dirty="0">
                <a:solidFill>
                  <a:schemeClr val="tx2"/>
                </a:solidFill>
              </a:rPr>
              <a:t>/Compiled</a:t>
            </a:r>
            <a:r>
              <a:rPr lang="en-GB" sz="2800" b="0" dirty="0">
                <a:solidFill>
                  <a:schemeClr val="tx2"/>
                </a:solidFill>
              </a:rPr>
              <a:t> to </a:t>
            </a:r>
            <a:r>
              <a:rPr lang="en-GB" sz="2800" b="0" dirty="0" err="1">
                <a:solidFill>
                  <a:schemeClr val="tx2"/>
                </a:solidFill>
              </a:rPr>
              <a:t>Javascript</a:t>
            </a:r>
            <a:r>
              <a:rPr lang="en-GB" sz="2800" b="0" dirty="0">
                <a:solidFill>
                  <a:schemeClr val="tx2"/>
                </a:solidFill>
              </a:rPr>
              <a:t> to run in Browser/Client.</a:t>
            </a:r>
            <a:br>
              <a:rPr lang="en-GB" dirty="0">
                <a:solidFill>
                  <a:schemeClr val="tx2"/>
                </a:solidFill>
              </a:rPr>
            </a:br>
            <a:endParaRPr lang="en-IE" dirty="0">
              <a:solidFill>
                <a:schemeClr val="tx2"/>
              </a:solidFill>
            </a:endParaRPr>
          </a:p>
        </p:txBody>
      </p:sp>
      <p:grpSp>
        <p:nvGrpSpPr>
          <p:cNvPr id="29" name="Group 28">
            <a:extLst>
              <a:ext uri="{FF2B5EF4-FFF2-40B4-BE49-F238E27FC236}">
                <a16:creationId xmlns:a16="http://schemas.microsoft.com/office/drawing/2014/main" id="{466920E5-8640-4C24-A775-8647637094A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flipH="1">
            <a:off x="10185732" y="4852038"/>
            <a:ext cx="2151670" cy="1860256"/>
            <a:chOff x="-305" y="-4155"/>
            <a:chExt cx="2514948" cy="2174333"/>
          </a:xfrm>
        </p:grpSpPr>
        <p:sp>
          <p:nvSpPr>
            <p:cNvPr id="30" name="Freeform: Shape 29">
              <a:extLst>
                <a:ext uri="{FF2B5EF4-FFF2-40B4-BE49-F238E27FC236}">
                  <a16:creationId xmlns:a16="http://schemas.microsoft.com/office/drawing/2014/main" id="{2CBA3142-5A82-43CE-87A2-EB14B17A511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Shape 30">
              <a:extLst>
                <a:ext uri="{FF2B5EF4-FFF2-40B4-BE49-F238E27FC236}">
                  <a16:creationId xmlns:a16="http://schemas.microsoft.com/office/drawing/2014/main" id="{AEF5A1C7-9938-4A33-A5A4-2B05353B31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Freeform: Shape 31">
              <a:extLst>
                <a:ext uri="{FF2B5EF4-FFF2-40B4-BE49-F238E27FC236}">
                  <a16:creationId xmlns:a16="http://schemas.microsoft.com/office/drawing/2014/main" id="{262A936D-E9F6-4A68-82C2-1D1CC77722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33" name="Freeform: Shape 32">
              <a:extLst>
                <a:ext uri="{FF2B5EF4-FFF2-40B4-BE49-F238E27FC236}">
                  <a16:creationId xmlns:a16="http://schemas.microsoft.com/office/drawing/2014/main" id="{C68A9229-BBBE-4934-9700-BA72A1BB03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6" name="Picture 5" descr="A blue and white logo&#10;&#10;Description automatically generated">
            <a:extLst>
              <a:ext uri="{FF2B5EF4-FFF2-40B4-BE49-F238E27FC236}">
                <a16:creationId xmlns:a16="http://schemas.microsoft.com/office/drawing/2014/main" id="{69A7A8AA-B5AD-5FC0-96EF-18118DF33657}"/>
              </a:ext>
            </a:extLst>
          </p:cNvPr>
          <p:cNvPicPr>
            <a:picLocks noChangeAspect="1"/>
          </p:cNvPicPr>
          <p:nvPr/>
        </p:nvPicPr>
        <p:blipFill>
          <a:blip r:embed="rId3">
            <a:extLst>
              <a:ext uri="{837473B0-CC2E-450A-ABE3-18F120FF3D39}">
                <a1611:picAttrSrcUrl xmlns:a1611="http://schemas.microsoft.com/office/drawing/2016/11/main" r:id="rId4"/>
              </a:ext>
            </a:extLst>
          </a:blip>
          <a:stretch>
            <a:fillRect/>
          </a:stretch>
        </p:blipFill>
        <p:spPr>
          <a:xfrm>
            <a:off x="804672" y="235116"/>
            <a:ext cx="9101797" cy="2298202"/>
          </a:xfrm>
          <a:prstGeom prst="rect">
            <a:avLst/>
          </a:prstGeom>
        </p:spPr>
      </p:pic>
      <p:sp>
        <p:nvSpPr>
          <p:cNvPr id="4" name="Slide Number Placeholder 3">
            <a:extLst>
              <a:ext uri="{FF2B5EF4-FFF2-40B4-BE49-F238E27FC236}">
                <a16:creationId xmlns:a16="http://schemas.microsoft.com/office/drawing/2014/main" id="{8D5E6E93-4ECE-701D-A28E-6936055847C3}"/>
              </a:ext>
            </a:extLst>
          </p:cNvPr>
          <p:cNvSpPr>
            <a:spLocks noGrp="1"/>
          </p:cNvSpPr>
          <p:nvPr>
            <p:ph type="sldNum" sz="quarter" idx="12"/>
          </p:nvPr>
        </p:nvSpPr>
        <p:spPr>
          <a:xfrm>
            <a:off x="8610600" y="6356350"/>
            <a:ext cx="2743200" cy="365125"/>
          </a:xfrm>
        </p:spPr>
        <p:txBody>
          <a:bodyPr>
            <a:normAutofit/>
          </a:bodyPr>
          <a:lstStyle/>
          <a:p>
            <a:pPr>
              <a:spcAft>
                <a:spcPts val="600"/>
              </a:spcAft>
              <a:defRPr/>
            </a:pPr>
            <a:fld id="{FF20FD76-2600-470C-B220-FCD85C8E166D}" type="slidenum">
              <a:rPr lang="en-US" altLang="en-US"/>
              <a:pPr>
                <a:spcAft>
                  <a:spcPts val="600"/>
                </a:spcAft>
                <a:defRPr/>
              </a:pPr>
              <a:t>7</a:t>
            </a:fld>
            <a:endParaRPr lang="en-US" altLang="en-US"/>
          </a:p>
        </p:txBody>
      </p:sp>
      <p:sp>
        <p:nvSpPr>
          <p:cNvPr id="7" name="TextBox 6">
            <a:extLst>
              <a:ext uri="{FF2B5EF4-FFF2-40B4-BE49-F238E27FC236}">
                <a16:creationId xmlns:a16="http://schemas.microsoft.com/office/drawing/2014/main" id="{6FC8799D-EF07-BB23-9C0A-C712DBD58CB0}"/>
              </a:ext>
            </a:extLst>
          </p:cNvPr>
          <p:cNvSpPr txBox="1"/>
          <p:nvPr/>
        </p:nvSpPr>
        <p:spPr>
          <a:xfrm>
            <a:off x="8331189" y="6355830"/>
            <a:ext cx="2371162" cy="200055"/>
          </a:xfrm>
          <a:prstGeom prst="rect">
            <a:avLst/>
          </a:prstGeom>
          <a:solidFill>
            <a:srgbClr val="000000"/>
          </a:solidFill>
        </p:spPr>
        <p:txBody>
          <a:bodyPr wrap="none" rtlCol="0">
            <a:spAutoFit/>
          </a:bodyPr>
          <a:lstStyle/>
          <a:p>
            <a:pPr algn="r">
              <a:spcAft>
                <a:spcPts val="600"/>
              </a:spcAft>
            </a:pPr>
            <a:r>
              <a:rPr lang="en-IE" sz="700" dirty="0">
                <a:solidFill>
                  <a:srgbClr val="FFFFFF"/>
                </a:solidFill>
                <a:latin typeface="+mn-lt"/>
                <a:ea typeface="+mn-ea"/>
                <a:hlinkClick r:id="rId4" tooltip="https://medium.com/react-weekly/react-native-and-typescript-ad57b7413ead">
                  <a:extLst>
                    <a:ext uri="{A12FA001-AC4F-418D-AE19-62706E023703}">
                      <ahyp:hlinkClr xmlns:ahyp="http://schemas.microsoft.com/office/drawing/2018/hyperlinkcolor" val="tx"/>
                    </a:ext>
                  </a:extLst>
                </a:hlinkClick>
              </a:rPr>
              <a:t>This Photo</a:t>
            </a:r>
            <a:r>
              <a:rPr lang="en-IE" sz="700" dirty="0">
                <a:solidFill>
                  <a:srgbClr val="FFFFFF"/>
                </a:solidFill>
                <a:latin typeface="+mn-lt"/>
                <a:ea typeface="+mn-ea"/>
              </a:rPr>
              <a:t> b Unknown Author is licensed under </a:t>
            </a:r>
            <a:r>
              <a:rPr lang="en-IE" sz="700" dirty="0">
                <a:solidFill>
                  <a:srgbClr val="FFFFFF"/>
                </a:solidFill>
                <a:latin typeface="+mn-lt"/>
                <a:ea typeface="+mn-ea"/>
                <a:hlinkClick r:id="rId5" tooltip="https://creativecommons.org/licenses/by/3.0/">
                  <a:extLst>
                    <a:ext uri="{A12FA001-AC4F-418D-AE19-62706E023703}">
                      <ahyp:hlinkClr xmlns:ahyp="http://schemas.microsoft.com/office/drawing/2018/hyperlinkcolor" val="tx"/>
                    </a:ext>
                  </a:extLst>
                </a:hlinkClick>
              </a:rPr>
              <a:t>CC BY</a:t>
            </a:r>
            <a:endParaRPr lang="en-IE" sz="700" dirty="0">
              <a:solidFill>
                <a:srgbClr val="FFFFFF"/>
              </a:solidFill>
              <a:latin typeface="+mn-lt"/>
              <a:ea typeface="+mn-ea"/>
            </a:endParaRPr>
          </a:p>
        </p:txBody>
      </p:sp>
    </p:spTree>
    <p:extLst>
      <p:ext uri="{BB962C8B-B14F-4D97-AF65-F5344CB8AC3E}">
        <p14:creationId xmlns:p14="http://schemas.microsoft.com/office/powerpoint/2010/main" val="16960830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Title 1">
            <a:extLst>
              <a:ext uri="{FF2B5EF4-FFF2-40B4-BE49-F238E27FC236}">
                <a16:creationId xmlns:a16="http://schemas.microsoft.com/office/drawing/2014/main" id="{5540338F-0047-817D-33BC-1F0F33ECC917}"/>
              </a:ext>
            </a:extLst>
          </p:cNvPr>
          <p:cNvSpPr>
            <a:spLocks noGrp="1" noChangeArrowheads="1"/>
          </p:cNvSpPr>
          <p:nvPr>
            <p:ph type="title"/>
          </p:nvPr>
        </p:nvSpPr>
        <p:spPr/>
        <p:txBody>
          <a:bodyPr/>
          <a:lstStyle/>
          <a:p>
            <a:r>
              <a:rPr lang="en-US" altLang="en-US" dirty="0">
                <a:ea typeface="ＭＳ Ｐゴシック" panose="020B0600070205080204" pitchFamily="34" charset="-128"/>
              </a:rPr>
              <a:t>In-Class Code Demos.</a:t>
            </a:r>
            <a:br>
              <a:rPr lang="en-US" altLang="en-US" dirty="0">
                <a:ea typeface="ＭＳ Ｐゴシック" panose="020B0600070205080204" pitchFamily="34" charset="-128"/>
              </a:rPr>
            </a:br>
            <a:r>
              <a:rPr lang="en-US" altLang="en-US" sz="2400" dirty="0">
                <a:ea typeface="ＭＳ Ｐゴシック" panose="020B0600070205080204" pitchFamily="34" charset="-128"/>
              </a:rPr>
              <a:t>(See lecture archive)</a:t>
            </a:r>
          </a:p>
        </p:txBody>
      </p:sp>
      <p:sp>
        <p:nvSpPr>
          <p:cNvPr id="21506" name="Slide Number Placeholder 3">
            <a:extLst>
              <a:ext uri="{FF2B5EF4-FFF2-40B4-BE49-F238E27FC236}">
                <a16:creationId xmlns:a16="http://schemas.microsoft.com/office/drawing/2014/main" id="{BFCD649D-2ECE-3525-5908-56A7B8D9D2BC}"/>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b="1">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b="1">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b="1">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b="1">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fld id="{9C6B1C8A-6C76-417A-BCA1-70D0DFFCDDE2}" type="slidenum">
              <a:rPr lang="en-US" altLang="en-US" b="0" smtClean="0"/>
              <a:pPr>
                <a:spcBef>
                  <a:spcPct val="0"/>
                </a:spcBef>
                <a:buFontTx/>
                <a:buNone/>
              </a:pPr>
              <a:t>8</a:t>
            </a:fld>
            <a:endParaRPr lang="en-US" altLang="en-US" b="0"/>
          </a:p>
        </p:txBody>
      </p:sp>
      <p:pic>
        <p:nvPicPr>
          <p:cNvPr id="6" name="Picture 5">
            <a:extLst>
              <a:ext uri="{FF2B5EF4-FFF2-40B4-BE49-F238E27FC236}">
                <a16:creationId xmlns:a16="http://schemas.microsoft.com/office/drawing/2014/main" id="{6E91695F-7035-993A-4DE0-A9E5E72A204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81200" y="1417640"/>
            <a:ext cx="8001000" cy="4413324"/>
          </a:xfrm>
          <a:prstGeom prst="rect">
            <a:avLst/>
          </a:prstGeom>
          <a:noFill/>
          <a:ln>
            <a:noFill/>
          </a:ln>
          <a:effectLst>
            <a:outerShdw blurRad="50800" dist="50800" dir="5400000" sx="102000" sy="102000" algn="ctr" rotWithShape="0">
              <a:srgbClr val="000000">
                <a:alpha val="43137"/>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6">
            <a:extLst>
              <a:ext uri="{FF2B5EF4-FFF2-40B4-BE49-F238E27FC236}">
                <a16:creationId xmlns:a16="http://schemas.microsoft.com/office/drawing/2014/main" id="{7973ACA3-F0FD-0A7C-E890-8D2DB0C5857A}"/>
              </a:ext>
            </a:extLst>
          </p:cNvPr>
          <p:cNvSpPr/>
          <p:nvPr/>
        </p:nvSpPr>
        <p:spPr>
          <a:xfrm>
            <a:off x="3822700" y="4648200"/>
            <a:ext cx="4559300" cy="914400"/>
          </a:xfrm>
          <a:prstGeom prst="rect">
            <a:avLst/>
          </a:prstGeom>
        </p:spPr>
        <p:style>
          <a:lnRef idx="3">
            <a:schemeClr val="lt1"/>
          </a:lnRef>
          <a:fillRef idx="1">
            <a:schemeClr val="accent6"/>
          </a:fillRef>
          <a:effectRef idx="1">
            <a:schemeClr val="accent6"/>
          </a:effectRef>
          <a:fontRef idx="minor">
            <a:schemeClr val="lt1"/>
          </a:fontRef>
        </p:style>
        <p:txBody>
          <a:bodyPr anchor="ctr"/>
          <a:lstStyle/>
          <a:p>
            <a:pPr algn="ctr">
              <a:defRPr/>
            </a:pPr>
            <a:r>
              <a:rPr lang="en-US" dirty="0"/>
              <a:t>See Archive  accompanying these slides.</a:t>
            </a:r>
          </a:p>
          <a:p>
            <a:pPr algn="ctr">
              <a:defRPr/>
            </a:pPr>
            <a:r>
              <a:rPr lang="en-US" dirty="0"/>
              <a:t>Run code using VS Code Live Server extension.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Title 1">
            <a:extLst>
              <a:ext uri="{FF2B5EF4-FFF2-40B4-BE49-F238E27FC236}">
                <a16:creationId xmlns:a16="http://schemas.microsoft.com/office/drawing/2014/main" id="{0CAA7637-C6F8-9B80-2A93-0A207F49DD20}"/>
              </a:ext>
            </a:extLst>
          </p:cNvPr>
          <p:cNvSpPr>
            <a:spLocks noGrp="1" noChangeArrowheads="1"/>
          </p:cNvSpPr>
          <p:nvPr>
            <p:ph type="title"/>
          </p:nvPr>
        </p:nvSpPr>
        <p:spPr/>
        <p:txBody>
          <a:bodyPr/>
          <a:lstStyle/>
          <a:p>
            <a:r>
              <a:rPr lang="en-US" altLang="en-US" dirty="0">
                <a:ea typeface="ＭＳ Ｐゴシック" panose="020B0600070205080204" pitchFamily="34" charset="-128"/>
              </a:rPr>
              <a:t>Creating the </a:t>
            </a:r>
            <a:r>
              <a:rPr lang="en-US" altLang="en-US" u="sng" dirty="0">
                <a:ea typeface="ＭＳ Ｐゴシック" panose="020B0600070205080204" pitchFamily="34" charset="-128"/>
              </a:rPr>
              <a:t>UI Description.</a:t>
            </a:r>
            <a:br>
              <a:rPr lang="en-US" altLang="en-US" u="sng" dirty="0">
                <a:ea typeface="ＭＳ Ｐゴシック" panose="020B0600070205080204" pitchFamily="34" charset="-128"/>
              </a:rPr>
            </a:br>
            <a:r>
              <a:rPr lang="en-US" altLang="en-US" sz="2000" dirty="0">
                <a:ea typeface="ＭＳ Ｐゴシック" panose="020B0600070205080204" pitchFamily="34" charset="-128"/>
              </a:rPr>
              <a:t>(Vanilla React)</a:t>
            </a:r>
          </a:p>
        </p:txBody>
      </p:sp>
      <p:sp>
        <p:nvSpPr>
          <p:cNvPr id="20482" name="Content Placeholder 2">
            <a:extLst>
              <a:ext uri="{FF2B5EF4-FFF2-40B4-BE49-F238E27FC236}">
                <a16:creationId xmlns:a16="http://schemas.microsoft.com/office/drawing/2014/main" id="{7F23EA52-ACFF-3685-55E9-F291679C5A7B}"/>
              </a:ext>
            </a:extLst>
          </p:cNvPr>
          <p:cNvSpPr>
            <a:spLocks noGrp="1" noChangeArrowheads="1"/>
          </p:cNvSpPr>
          <p:nvPr>
            <p:ph idx="1"/>
          </p:nvPr>
        </p:nvSpPr>
        <p:spPr>
          <a:xfrm>
            <a:off x="457200" y="1527175"/>
            <a:ext cx="11430000" cy="4718050"/>
          </a:xfrm>
        </p:spPr>
        <p:txBody>
          <a:bodyPr/>
          <a:lstStyle/>
          <a:p>
            <a:r>
              <a:rPr lang="en-US" altLang="en-US" sz="2000" b="0" dirty="0" err="1">
                <a:ea typeface="ＭＳ Ｐゴシック" panose="020B0600070205080204" pitchFamily="34" charset="-128"/>
              </a:rPr>
              <a:t>React.createElement</a:t>
            </a:r>
            <a:r>
              <a:rPr lang="en-US" altLang="en-US" sz="2000" b="0" dirty="0">
                <a:ea typeface="ＭＳ Ｐゴシック" panose="020B0600070205080204" pitchFamily="34" charset="-128"/>
              </a:rPr>
              <a:t>() </a:t>
            </a:r>
            <a:r>
              <a:rPr lang="en-US" altLang="en-US" sz="2000" dirty="0">
                <a:ea typeface="ＭＳ Ｐゴシック" panose="020B0600070205080204" pitchFamily="34" charset="-128"/>
              </a:rPr>
              <a:t>– creates a HTML element.</a:t>
            </a:r>
          </a:p>
          <a:p>
            <a:r>
              <a:rPr lang="en-US" altLang="en-US" sz="2000" b="0" dirty="0" err="1">
                <a:ea typeface="ＭＳ Ｐゴシック" panose="020B0600070205080204" pitchFamily="34" charset="-128"/>
              </a:rPr>
              <a:t>ReactDOM.createRoot</a:t>
            </a:r>
            <a:r>
              <a:rPr lang="en-US" altLang="en-US" sz="2000" b="0" dirty="0">
                <a:ea typeface="ＭＳ Ｐゴシック" panose="020B0600070205080204" pitchFamily="34" charset="-128"/>
              </a:rPr>
              <a:t>() – </a:t>
            </a:r>
            <a:r>
              <a:rPr lang="en-US" altLang="en-US" sz="2000" dirty="0">
                <a:ea typeface="ＭＳ Ｐゴシック" panose="020B0600070205080204" pitchFamily="34" charset="-128"/>
              </a:rPr>
              <a:t>used to attach the created element to existing DOM node. </a:t>
            </a:r>
            <a:endParaRPr lang="en-US" altLang="en-US" sz="2000" b="0" dirty="0">
              <a:ea typeface="ＭＳ Ｐゴシック" panose="020B0600070205080204" pitchFamily="34" charset="-128"/>
            </a:endParaRPr>
          </a:p>
          <a:p>
            <a:r>
              <a:rPr lang="en-US" altLang="en-US" sz="2000" b="0" dirty="0" err="1">
                <a:ea typeface="ＭＳ Ｐゴシック" panose="020B0600070205080204" pitchFamily="34" charset="-128"/>
              </a:rPr>
              <a:t>React.createElement</a:t>
            </a:r>
            <a:r>
              <a:rPr lang="en-US" altLang="en-US" sz="2000" b="0" dirty="0">
                <a:ea typeface="ＭＳ Ｐゴシック" panose="020B0600070205080204" pitchFamily="34" charset="-128"/>
              </a:rPr>
              <a:t>() takes three or more </a:t>
            </a:r>
            <a:r>
              <a:rPr lang="en-US" altLang="en-US" sz="2000" dirty="0">
                <a:ea typeface="ＭＳ Ｐゴシック" panose="020B0600070205080204" pitchFamily="34" charset="-128"/>
              </a:rPr>
              <a:t>arguments</a:t>
            </a:r>
            <a:r>
              <a:rPr lang="en-US" altLang="en-US" sz="2000" b="0" dirty="0">
                <a:ea typeface="ＭＳ Ｐゴシック" panose="020B0600070205080204" pitchFamily="34" charset="-128"/>
              </a:rPr>
              <a:t>:</a:t>
            </a:r>
            <a:endParaRPr lang="en-US" altLang="en-US" sz="2000" dirty="0">
              <a:ea typeface="ＭＳ Ｐゴシック" panose="020B0600070205080204" pitchFamily="34" charset="-128"/>
            </a:endParaRPr>
          </a:p>
          <a:p>
            <a:pPr marL="914400" lvl="1" indent="-457200"/>
            <a:endParaRPr lang="en-US" altLang="en-US" sz="2400" dirty="0">
              <a:ea typeface="ＭＳ Ｐゴシック" panose="020B0600070205080204" pitchFamily="34" charset="-128"/>
            </a:endParaRPr>
          </a:p>
          <a:p>
            <a:pPr marL="914400" lvl="1" indent="-457200"/>
            <a:endParaRPr lang="en-US" altLang="en-US" sz="2400" dirty="0">
              <a:ea typeface="ＭＳ Ｐゴシック" panose="020B0600070205080204" pitchFamily="34" charset="-128"/>
            </a:endParaRPr>
          </a:p>
          <a:p>
            <a:pPr marL="914400" lvl="1" indent="-457200"/>
            <a:endParaRPr lang="en-US" altLang="en-US" sz="2400" dirty="0">
              <a:ea typeface="ＭＳ Ｐゴシック" panose="020B0600070205080204" pitchFamily="34" charset="-128"/>
            </a:endParaRPr>
          </a:p>
          <a:p>
            <a:pPr marL="914400" lvl="1" indent="-457200"/>
            <a:endParaRPr lang="en-US" altLang="en-US" sz="2400" dirty="0">
              <a:ea typeface="ＭＳ Ｐゴシック" panose="020B0600070205080204" pitchFamily="34" charset="-128"/>
            </a:endParaRPr>
          </a:p>
          <a:p>
            <a:pPr marL="914400" lvl="1" indent="-457200"/>
            <a:endParaRPr lang="en-US" altLang="en-US" sz="2400" dirty="0">
              <a:ea typeface="ＭＳ Ｐゴシック" panose="020B0600070205080204" pitchFamily="34" charset="-128"/>
            </a:endParaRPr>
          </a:p>
          <a:p>
            <a:pPr marL="914400" lvl="1" indent="-457200"/>
            <a:r>
              <a:rPr lang="en-US" altLang="en-US" sz="2400" dirty="0">
                <a:ea typeface="ＭＳ Ｐゴシック" panose="020B0600070205080204" pitchFamily="34" charset="-128"/>
              </a:rPr>
              <a:t>We don’t use </a:t>
            </a:r>
            <a:r>
              <a:rPr lang="en-US" altLang="en-US" sz="2400" dirty="0" err="1">
                <a:ea typeface="ＭＳ Ｐゴシック" panose="020B0600070205080204" pitchFamily="34" charset="-128"/>
              </a:rPr>
              <a:t>createElement</a:t>
            </a:r>
            <a:r>
              <a:rPr lang="en-US" altLang="en-US" sz="2400" dirty="0">
                <a:ea typeface="ＭＳ Ｐゴシック" panose="020B0600070205080204" pitchFamily="34" charset="-128"/>
              </a:rPr>
              <a:t>() directly - too cumbersome. More later…</a:t>
            </a:r>
            <a:endParaRPr lang="en-US" altLang="en-US" sz="2000" b="0" dirty="0">
              <a:ea typeface="ＭＳ Ｐゴシック" panose="020B0600070205080204" pitchFamily="34" charset="-128"/>
            </a:endParaRPr>
          </a:p>
          <a:p>
            <a:r>
              <a:rPr lang="en-US" altLang="en-US" sz="2000" b="0" dirty="0" err="1">
                <a:ea typeface="ＭＳ Ｐゴシック" panose="020B0600070205080204" pitchFamily="34" charset="-128"/>
              </a:rPr>
              <a:t>ReactDOM.createRoot</a:t>
            </a:r>
            <a:r>
              <a:rPr lang="en-US" altLang="en-US" sz="2000" b="0" dirty="0">
                <a:ea typeface="ＭＳ Ｐゴシック" panose="020B0600070205080204" pitchFamily="34" charset="-128"/>
              </a:rPr>
              <a:t> () has 1 </a:t>
            </a:r>
            <a:r>
              <a:rPr lang="en-US" altLang="en-US" sz="2000" dirty="0">
                <a:ea typeface="ＭＳ Ｐゴシック" panose="020B0600070205080204" pitchFamily="34" charset="-128"/>
              </a:rPr>
              <a:t>argument:</a:t>
            </a:r>
          </a:p>
        </p:txBody>
      </p:sp>
      <p:sp>
        <p:nvSpPr>
          <p:cNvPr id="20483" name="Slide Number Placeholder 3">
            <a:extLst>
              <a:ext uri="{FF2B5EF4-FFF2-40B4-BE49-F238E27FC236}">
                <a16:creationId xmlns:a16="http://schemas.microsoft.com/office/drawing/2014/main" id="{4353AC8F-4284-9A65-C178-213CF254B6EB}"/>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b="1">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b="1">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b="1">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b="1">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fld id="{3DD7C3FE-7D52-4A36-BD7A-9D4C77E680D3}" type="slidenum">
              <a:rPr lang="en-US" altLang="en-US" b="0" smtClean="0"/>
              <a:pPr>
                <a:spcBef>
                  <a:spcPct val="0"/>
                </a:spcBef>
                <a:buFontTx/>
                <a:buNone/>
              </a:pPr>
              <a:t>9</a:t>
            </a:fld>
            <a:endParaRPr lang="en-US" altLang="en-US" b="0"/>
          </a:p>
        </p:txBody>
      </p:sp>
      <p:pic>
        <p:nvPicPr>
          <p:cNvPr id="3" name="Picture 2">
            <a:extLst>
              <a:ext uri="{FF2B5EF4-FFF2-40B4-BE49-F238E27FC236}">
                <a16:creationId xmlns:a16="http://schemas.microsoft.com/office/drawing/2014/main" id="{C473DACA-71B9-2A21-701A-2A8310A533E7}"/>
              </a:ext>
            </a:extLst>
          </p:cNvPr>
          <p:cNvPicPr>
            <a:picLocks noChangeAspect="1"/>
          </p:cNvPicPr>
          <p:nvPr/>
        </p:nvPicPr>
        <p:blipFill rotWithShape="1">
          <a:blip r:embed="rId3"/>
          <a:srcRect b="12836"/>
          <a:stretch/>
        </p:blipFill>
        <p:spPr>
          <a:xfrm>
            <a:off x="761527" y="3312799"/>
            <a:ext cx="9134345" cy="1591648"/>
          </a:xfrm>
          <a:prstGeom prst="rect">
            <a:avLst/>
          </a:prstGeom>
        </p:spPr>
      </p:pic>
      <p:sp>
        <p:nvSpPr>
          <p:cNvPr id="4" name="Callout: Line 3">
            <a:extLst>
              <a:ext uri="{FF2B5EF4-FFF2-40B4-BE49-F238E27FC236}">
                <a16:creationId xmlns:a16="http://schemas.microsoft.com/office/drawing/2014/main" id="{67394963-C090-4C1E-D11D-F53DE8695A92}"/>
              </a:ext>
            </a:extLst>
          </p:cNvPr>
          <p:cNvSpPr/>
          <p:nvPr/>
        </p:nvSpPr>
        <p:spPr>
          <a:xfrm>
            <a:off x="1218727" y="2639686"/>
            <a:ext cx="2895600" cy="451683"/>
          </a:xfrm>
          <a:prstGeom prst="borderCallout1">
            <a:avLst>
              <a:gd name="adj1" fmla="val 123815"/>
              <a:gd name="adj2" fmla="val 46431"/>
              <a:gd name="adj3" fmla="val 417446"/>
              <a:gd name="adj4" fmla="val 122760"/>
            </a:avLst>
          </a:prstGeom>
        </p:spPr>
        <p:style>
          <a:lnRef idx="1">
            <a:schemeClr val="accent1"/>
          </a:lnRef>
          <a:fillRef idx="3">
            <a:schemeClr val="accent1"/>
          </a:fillRef>
          <a:effectRef idx="2">
            <a:schemeClr val="accent1"/>
          </a:effectRef>
          <a:fontRef idx="minor">
            <a:schemeClr val="lt1"/>
          </a:fontRef>
        </p:style>
        <p:txBody>
          <a:bodyPr rtlCol="0" anchor="ctr"/>
          <a:lstStyle/>
          <a:p>
            <a:pPr lvl="1"/>
            <a:r>
              <a:rPr lang="en-US" altLang="en-US" sz="1800" dirty="0">
                <a:solidFill>
                  <a:schemeClr val="tx1"/>
                </a:solidFill>
                <a:ea typeface="ＭＳ Ｐゴシック" panose="020B0600070205080204" pitchFamily="34" charset="-128"/>
              </a:rPr>
              <a:t>Type (e.g. h1, div, …)</a:t>
            </a:r>
          </a:p>
        </p:txBody>
      </p:sp>
      <p:sp>
        <p:nvSpPr>
          <p:cNvPr id="6" name="Callout: Line 5">
            <a:extLst>
              <a:ext uri="{FF2B5EF4-FFF2-40B4-BE49-F238E27FC236}">
                <a16:creationId xmlns:a16="http://schemas.microsoft.com/office/drawing/2014/main" id="{932076F7-9D5F-2CDA-42D4-DAAA8B96B1F2}"/>
              </a:ext>
            </a:extLst>
          </p:cNvPr>
          <p:cNvSpPr/>
          <p:nvPr/>
        </p:nvSpPr>
        <p:spPr>
          <a:xfrm>
            <a:off x="4847390" y="2612715"/>
            <a:ext cx="2895600" cy="590547"/>
          </a:xfrm>
          <a:prstGeom prst="borderCallout1">
            <a:avLst>
              <a:gd name="adj1" fmla="val 104990"/>
              <a:gd name="adj2" fmla="val 45231"/>
              <a:gd name="adj3" fmla="val 339859"/>
              <a:gd name="adj4" fmla="val 42413"/>
            </a:avLst>
          </a:prstGeom>
        </p:spPr>
        <p:style>
          <a:lnRef idx="1">
            <a:schemeClr val="accent1"/>
          </a:lnRef>
          <a:fillRef idx="3">
            <a:schemeClr val="accent1"/>
          </a:fillRef>
          <a:effectRef idx="2">
            <a:schemeClr val="accent1"/>
          </a:effectRef>
          <a:fontRef idx="minor">
            <a:schemeClr val="lt1"/>
          </a:fontRef>
        </p:style>
        <p:txBody>
          <a:bodyPr rtlCol="0" anchor="ctr"/>
          <a:lstStyle/>
          <a:p>
            <a:pPr lvl="1"/>
            <a:r>
              <a:rPr lang="en-US" altLang="en-US" sz="1800" dirty="0">
                <a:solidFill>
                  <a:schemeClr val="tx1"/>
                </a:solidFill>
                <a:ea typeface="ＭＳ Ｐゴシック" panose="020B0600070205080204" pitchFamily="34" charset="-128"/>
              </a:rPr>
              <a:t>Properties (style, event handler…)</a:t>
            </a:r>
          </a:p>
        </p:txBody>
      </p:sp>
      <p:sp>
        <p:nvSpPr>
          <p:cNvPr id="7" name="Callout: Line 6">
            <a:extLst>
              <a:ext uri="{FF2B5EF4-FFF2-40B4-BE49-F238E27FC236}">
                <a16:creationId xmlns:a16="http://schemas.microsoft.com/office/drawing/2014/main" id="{7C726BD1-9D5A-381D-1950-58D59FD94C52}"/>
              </a:ext>
            </a:extLst>
          </p:cNvPr>
          <p:cNvSpPr/>
          <p:nvPr/>
        </p:nvSpPr>
        <p:spPr>
          <a:xfrm>
            <a:off x="8608671" y="2585744"/>
            <a:ext cx="3124200" cy="673113"/>
          </a:xfrm>
          <a:prstGeom prst="borderCallout1">
            <a:avLst>
              <a:gd name="adj1" fmla="val 108168"/>
              <a:gd name="adj2" fmla="val 49833"/>
              <a:gd name="adj3" fmla="val 296494"/>
              <a:gd name="adj4" fmla="val -8694"/>
            </a:avLst>
          </a:prstGeom>
        </p:spPr>
        <p:style>
          <a:lnRef idx="1">
            <a:schemeClr val="accent1"/>
          </a:lnRef>
          <a:fillRef idx="3">
            <a:schemeClr val="accent1"/>
          </a:fillRef>
          <a:effectRef idx="2">
            <a:schemeClr val="accent1"/>
          </a:effectRef>
          <a:fontRef idx="minor">
            <a:schemeClr val="lt1"/>
          </a:fontRef>
        </p:style>
        <p:txBody>
          <a:bodyPr rtlCol="0" anchor="ctr"/>
          <a:lstStyle/>
          <a:p>
            <a:pPr lvl="1"/>
            <a:r>
              <a:rPr lang="en-US" altLang="en-US" sz="1800" dirty="0">
                <a:solidFill>
                  <a:schemeClr val="tx1"/>
                </a:solidFill>
                <a:ea typeface="ＭＳ Ｐゴシック" panose="020B0600070205080204" pitchFamily="34" charset="-128"/>
              </a:rPr>
              <a:t>Children(0 to many child elements)</a:t>
            </a:r>
          </a:p>
        </p:txBody>
      </p:sp>
      <p:pic>
        <p:nvPicPr>
          <p:cNvPr id="9" name="Picture 8">
            <a:extLst>
              <a:ext uri="{FF2B5EF4-FFF2-40B4-BE49-F238E27FC236}">
                <a16:creationId xmlns:a16="http://schemas.microsoft.com/office/drawing/2014/main" id="{9EBDC0DF-ABA8-4953-FFF4-D38F89E6ADB2}"/>
              </a:ext>
            </a:extLst>
          </p:cNvPr>
          <p:cNvPicPr>
            <a:picLocks noChangeAspect="1"/>
          </p:cNvPicPr>
          <p:nvPr/>
        </p:nvPicPr>
        <p:blipFill>
          <a:blip r:embed="rId4"/>
          <a:stretch>
            <a:fillRect/>
          </a:stretch>
        </p:blipFill>
        <p:spPr>
          <a:xfrm>
            <a:off x="640466" y="6016958"/>
            <a:ext cx="9027811" cy="783502"/>
          </a:xfrm>
          <a:prstGeom prst="rect">
            <a:avLst/>
          </a:prstGeom>
        </p:spPr>
      </p:pic>
      <p:sp>
        <p:nvSpPr>
          <p:cNvPr id="10" name="Callout: Line 9">
            <a:extLst>
              <a:ext uri="{FF2B5EF4-FFF2-40B4-BE49-F238E27FC236}">
                <a16:creationId xmlns:a16="http://schemas.microsoft.com/office/drawing/2014/main" id="{B1FB3F51-14C0-2C76-7D76-624E5CDE394F}"/>
              </a:ext>
            </a:extLst>
          </p:cNvPr>
          <p:cNvSpPr/>
          <p:nvPr/>
        </p:nvSpPr>
        <p:spPr>
          <a:xfrm>
            <a:off x="6508516" y="5275048"/>
            <a:ext cx="4235684" cy="673113"/>
          </a:xfrm>
          <a:prstGeom prst="borderCallout1">
            <a:avLst>
              <a:gd name="adj1" fmla="val 108168"/>
              <a:gd name="adj2" fmla="val 49833"/>
              <a:gd name="adj3" fmla="val 150082"/>
              <a:gd name="adj4" fmla="val 22851"/>
            </a:avLst>
          </a:prstGeom>
        </p:spPr>
        <p:style>
          <a:lnRef idx="1">
            <a:schemeClr val="accent1"/>
          </a:lnRef>
          <a:fillRef idx="3">
            <a:schemeClr val="accent1"/>
          </a:fillRef>
          <a:effectRef idx="2">
            <a:schemeClr val="accent1"/>
          </a:effectRef>
          <a:fontRef idx="minor">
            <a:schemeClr val="lt1"/>
          </a:fontRef>
        </p:style>
        <p:txBody>
          <a:bodyPr rtlCol="0" anchor="ctr"/>
          <a:lstStyle/>
          <a:p>
            <a:pPr lvl="1"/>
            <a:r>
              <a:rPr lang="en-US" altLang="en-US" sz="1800" dirty="0">
                <a:solidFill>
                  <a:schemeClr val="tx1"/>
                </a:solidFill>
                <a:ea typeface="ＭＳ Ｐゴシック" panose="020B0600070205080204" pitchFamily="34" charset="-128"/>
              </a:rPr>
              <a:t>DOM element on which to render your React Root Element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0482">
                                            <p:txEl>
                                              <p:pRg st="2" end="2"/>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0482">
                                            <p:txEl>
                                              <p:pRg st="8" end="8"/>
                                            </p:txEl>
                                          </p:spTgt>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nodeType="clickEffect">
                                  <p:stCondLst>
                                    <p:cond delay="0"/>
                                  </p:stCondLst>
                                  <p:childTnLst>
                                    <p:set>
                                      <p:cBhvr>
                                        <p:cTn id="24" dur="1" fill="hold">
                                          <p:stCondLst>
                                            <p:cond delay="0"/>
                                          </p:stCondLst>
                                        </p:cTn>
                                        <p:tgtEl>
                                          <p:spTgt spid="20482">
                                            <p:txEl>
                                              <p:pRg st="9" end="9"/>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0"/>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7" grpId="0" animBg="1"/>
      <p:bldP spid="10"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Title 1">
            <a:extLst>
              <a:ext uri="{FF2B5EF4-FFF2-40B4-BE49-F238E27FC236}">
                <a16:creationId xmlns:a16="http://schemas.microsoft.com/office/drawing/2014/main" id="{9B294181-88DF-308E-C729-DF8997E23444}"/>
              </a:ext>
            </a:extLst>
          </p:cNvPr>
          <p:cNvSpPr>
            <a:spLocks noGrp="1" noChangeArrowheads="1"/>
          </p:cNvSpPr>
          <p:nvPr>
            <p:ph type="title"/>
          </p:nvPr>
        </p:nvSpPr>
        <p:spPr/>
        <p:txBody>
          <a:bodyPr/>
          <a:lstStyle/>
          <a:p>
            <a:r>
              <a:rPr lang="en-US" altLang="en-US">
                <a:ea typeface="ＭＳ Ｐゴシック" panose="020B0600070205080204" pitchFamily="34" charset="-128"/>
              </a:rPr>
              <a:t>UI Description Implementation</a:t>
            </a:r>
            <a:br>
              <a:rPr lang="en-US" altLang="en-US">
                <a:ea typeface="ＭＳ Ｐゴシック" panose="020B0600070205080204" pitchFamily="34" charset="-128"/>
              </a:rPr>
            </a:br>
            <a:r>
              <a:rPr lang="en-US" altLang="en-US" sz="1800">
                <a:ea typeface="ＭＳ Ｐゴシック" panose="020B0600070205080204" pitchFamily="34" charset="-128"/>
              </a:rPr>
              <a:t>(the imperative way)</a:t>
            </a:r>
            <a:endParaRPr lang="en-US" altLang="en-US" sz="1800" dirty="0">
              <a:ea typeface="ＭＳ Ｐゴシック" panose="020B0600070205080204" pitchFamily="34" charset="-128"/>
            </a:endParaRPr>
          </a:p>
        </p:txBody>
      </p:sp>
      <p:sp>
        <p:nvSpPr>
          <p:cNvPr id="20482" name="Content Placeholder 2">
            <a:extLst>
              <a:ext uri="{FF2B5EF4-FFF2-40B4-BE49-F238E27FC236}">
                <a16:creationId xmlns:a16="http://schemas.microsoft.com/office/drawing/2014/main" id="{E8BC8000-507E-DD4C-952C-0629D3C6A3A4}"/>
              </a:ext>
            </a:extLst>
          </p:cNvPr>
          <p:cNvSpPr>
            <a:spLocks noGrp="1" noChangeArrowheads="1"/>
          </p:cNvSpPr>
          <p:nvPr>
            <p:ph idx="1"/>
          </p:nvPr>
        </p:nvSpPr>
        <p:spPr>
          <a:xfrm>
            <a:off x="609600" y="1295400"/>
            <a:ext cx="11049000" cy="4876800"/>
          </a:xfrm>
        </p:spPr>
        <p:txBody>
          <a:bodyPr/>
          <a:lstStyle/>
          <a:p>
            <a:pPr>
              <a:defRPr/>
            </a:pPr>
            <a:r>
              <a:rPr lang="en-US" altLang="en-US" sz="2000" dirty="0">
                <a:ea typeface="ＭＳ Ｐゴシック" panose="020B0600070205080204" pitchFamily="34" charset="-128"/>
              </a:rPr>
              <a:t>See the demos:</a:t>
            </a:r>
          </a:p>
          <a:p>
            <a:pPr lvl="1">
              <a:defRPr/>
            </a:pPr>
            <a:r>
              <a:rPr lang="en-US" altLang="en-US" sz="2000" dirty="0">
                <a:ea typeface="ＭＳ Ｐゴシック" panose="020B0600070205080204" pitchFamily="34" charset="-128"/>
              </a:rPr>
              <a:t>Ref. </a:t>
            </a:r>
            <a:r>
              <a:rPr lang="en-US" altLang="en-US" sz="2000" b="0" dirty="0">
                <a:ea typeface="ＭＳ Ｐゴシック" panose="020B0600070205080204" pitchFamily="34" charset="-128"/>
              </a:rPr>
              <a:t>01-UIDescription.html.</a:t>
            </a:r>
          </a:p>
          <a:p>
            <a:pPr lvl="1">
              <a:defRPr/>
            </a:pPr>
            <a:endParaRPr lang="en-US" altLang="en-US" sz="2000" b="0" dirty="0">
              <a:ea typeface="ＭＳ Ｐゴシック" panose="020B0600070205080204" pitchFamily="34" charset="-128"/>
            </a:endParaRPr>
          </a:p>
          <a:p>
            <a:pPr lvl="1">
              <a:defRPr/>
            </a:pPr>
            <a:r>
              <a:rPr lang="en-US" altLang="en-US" sz="2000" dirty="0">
                <a:ea typeface="ＭＳ Ｐゴシック" panose="020B0600070205080204" pitchFamily="34" charset="-128"/>
              </a:rPr>
              <a:t>Nesting </a:t>
            </a:r>
            <a:r>
              <a:rPr lang="en-US" altLang="en-US" sz="2000" b="0" dirty="0" err="1">
                <a:ea typeface="ＭＳ Ｐゴシック" panose="020B0600070205080204" pitchFamily="34" charset="-128"/>
              </a:rPr>
              <a:t>createElement</a:t>
            </a:r>
            <a:r>
              <a:rPr lang="en-US" altLang="en-US" sz="2000" dirty="0">
                <a:ea typeface="ＭＳ Ｐゴシック" panose="020B0600070205080204" pitchFamily="34" charset="-128"/>
              </a:rPr>
              <a:t>() calls (Ref</a:t>
            </a:r>
            <a:r>
              <a:rPr lang="en-US" altLang="en-US" sz="2000" b="0" dirty="0">
                <a:ea typeface="ＭＳ Ｐゴシック" panose="020B0600070205080204" pitchFamily="34" charset="-128"/>
              </a:rPr>
              <a:t>. 02-UIDescription.html)</a:t>
            </a:r>
          </a:p>
          <a:p>
            <a:pPr marL="457200" lvl="1" indent="0">
              <a:buNone/>
              <a:defRPr/>
            </a:pPr>
            <a:endParaRPr lang="en-US" altLang="en-US" sz="2000" b="0" dirty="0">
              <a:ea typeface="ＭＳ Ｐゴシック" panose="020B0600070205080204" pitchFamily="34" charset="-128"/>
            </a:endParaRPr>
          </a:p>
          <a:p>
            <a:pPr marL="57150" indent="0">
              <a:buNone/>
              <a:defRPr/>
            </a:pPr>
            <a:r>
              <a:rPr lang="en-US" altLang="en-US" sz="2000" b="0" dirty="0">
                <a:ea typeface="ＭＳ Ｐゴシック" panose="020B0600070205080204" pitchFamily="34" charset="-128"/>
              </a:rPr>
              <a:t>          ----------------------------------------------------------------------</a:t>
            </a:r>
          </a:p>
          <a:p>
            <a:pPr>
              <a:defRPr/>
            </a:pPr>
            <a:r>
              <a:rPr lang="en-IE" sz="2000" dirty="0"/>
              <a:t>Imperative programming </a:t>
            </a:r>
            <a:r>
              <a:rPr lang="en-IE" sz="2000" b="0" dirty="0"/>
              <a:t>is a programming paradigm that uses statements that change a program's state.</a:t>
            </a:r>
          </a:p>
          <a:p>
            <a:pPr marL="457200" lvl="1" indent="0">
              <a:buNone/>
              <a:defRPr/>
            </a:pPr>
            <a:r>
              <a:rPr lang="en-IE" sz="2000" b="0" i="1" dirty="0"/>
              <a:t>	</a:t>
            </a:r>
            <a:r>
              <a:rPr lang="en-GB" sz="2000" b="0" i="1" dirty="0"/>
              <a:t>focuses on describing how a program operates, step by step.</a:t>
            </a:r>
          </a:p>
          <a:p>
            <a:pPr>
              <a:defRPr/>
            </a:pPr>
            <a:r>
              <a:rPr lang="en-IE" sz="2000" dirty="0"/>
              <a:t>Declarative programming </a:t>
            </a:r>
            <a:r>
              <a:rPr lang="en-IE" sz="2000" b="0" dirty="0"/>
              <a:t>is a programming paradigm … that expresses the logic of a computation without describing its control flow. </a:t>
            </a:r>
          </a:p>
          <a:p>
            <a:pPr marL="914400" lvl="2" indent="0">
              <a:buNone/>
              <a:defRPr/>
            </a:pPr>
            <a:r>
              <a:rPr lang="en-GB" sz="2000" b="0" i="1" dirty="0"/>
              <a:t>focuses on what the result should be without specifying how it should achieve the results</a:t>
            </a:r>
            <a:endParaRPr lang="en-IE" sz="2000" b="0" i="1" dirty="0"/>
          </a:p>
        </p:txBody>
      </p:sp>
      <p:sp>
        <p:nvSpPr>
          <p:cNvPr id="22531" name="Slide Number Placeholder 3">
            <a:extLst>
              <a:ext uri="{FF2B5EF4-FFF2-40B4-BE49-F238E27FC236}">
                <a16:creationId xmlns:a16="http://schemas.microsoft.com/office/drawing/2014/main" id="{74EAAFA2-C472-BB3B-E62F-9E5085FA7C8D}"/>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b="1">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b="1">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b="1">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b="1">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fld id="{8966617E-8F6D-456A-8AFD-6FA9EA3C877E}" type="slidenum">
              <a:rPr lang="en-US" altLang="en-US" b="0" smtClean="0"/>
              <a:pPr>
                <a:spcBef>
                  <a:spcPct val="0"/>
                </a:spcBef>
                <a:buFontTx/>
                <a:buNone/>
              </a:pPr>
              <a:t>10</a:t>
            </a:fld>
            <a:endParaRPr lang="en-US" altLang="en-US" b="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Title 1">
            <a:extLst>
              <a:ext uri="{FF2B5EF4-FFF2-40B4-BE49-F238E27FC236}">
                <a16:creationId xmlns:a16="http://schemas.microsoft.com/office/drawing/2014/main" id="{3E4FFC9E-1E09-F49C-0A60-64334BA35D02}"/>
              </a:ext>
            </a:extLst>
          </p:cNvPr>
          <p:cNvSpPr>
            <a:spLocks noGrp="1" noChangeArrowheads="1"/>
          </p:cNvSpPr>
          <p:nvPr>
            <p:ph type="title"/>
          </p:nvPr>
        </p:nvSpPr>
        <p:spPr/>
        <p:txBody>
          <a:bodyPr/>
          <a:lstStyle/>
          <a:p>
            <a:r>
              <a:rPr lang="en-US" altLang="en-US">
                <a:ea typeface="ＭＳ Ｐゴシック" panose="020B0600070205080204" pitchFamily="34" charset="-128"/>
              </a:rPr>
              <a:t>UI description implementation</a:t>
            </a:r>
            <a:br>
              <a:rPr lang="en-US" altLang="en-US">
                <a:ea typeface="ＭＳ Ｐゴシック" panose="020B0600070205080204" pitchFamily="34" charset="-128"/>
              </a:rPr>
            </a:br>
            <a:r>
              <a:rPr lang="en-US" altLang="en-US" sz="1800">
                <a:ea typeface="ＭＳ Ｐゴシック" panose="020B0600070205080204" pitchFamily="34" charset="-128"/>
              </a:rPr>
              <a:t>(the declarative way)</a:t>
            </a:r>
            <a:endParaRPr lang="en-US" altLang="en-US">
              <a:ea typeface="ＭＳ Ｐゴシック" panose="020B0600070205080204" pitchFamily="34" charset="-128"/>
            </a:endParaRPr>
          </a:p>
        </p:txBody>
      </p:sp>
      <p:sp>
        <p:nvSpPr>
          <p:cNvPr id="23554" name="Content Placeholder 2">
            <a:extLst>
              <a:ext uri="{FF2B5EF4-FFF2-40B4-BE49-F238E27FC236}">
                <a16:creationId xmlns:a16="http://schemas.microsoft.com/office/drawing/2014/main" id="{B902FFE2-8B55-6F78-225F-1A5B47BBAD8F}"/>
              </a:ext>
            </a:extLst>
          </p:cNvPr>
          <p:cNvSpPr>
            <a:spLocks noGrp="1" noChangeArrowheads="1"/>
          </p:cNvSpPr>
          <p:nvPr>
            <p:ph idx="1"/>
          </p:nvPr>
        </p:nvSpPr>
        <p:spPr>
          <a:xfrm>
            <a:off x="685800" y="1417638"/>
            <a:ext cx="5562600" cy="4602162"/>
          </a:xfrm>
        </p:spPr>
        <p:txBody>
          <a:bodyPr/>
          <a:lstStyle/>
          <a:p>
            <a:r>
              <a:rPr lang="en-US" altLang="en-US" sz="2000" dirty="0">
                <a:ea typeface="ＭＳ Ｐゴシック" panose="020B0600070205080204" pitchFamily="34" charset="-128"/>
              </a:rPr>
              <a:t>TSX – TypeScript XML.</a:t>
            </a:r>
          </a:p>
          <a:p>
            <a:endParaRPr lang="en-US" altLang="en-US" sz="2000" u="sng" dirty="0">
              <a:ea typeface="ＭＳ Ｐゴシック" panose="020B0600070205080204" pitchFamily="34" charset="-128"/>
            </a:endParaRPr>
          </a:p>
          <a:p>
            <a:r>
              <a:rPr lang="en-US" altLang="en-US" sz="2000" b="0" u="sng" dirty="0">
                <a:ea typeface="ＭＳ Ｐゴシック" panose="020B0600070205080204" pitchFamily="34" charset="-128"/>
              </a:rPr>
              <a:t>Declarative</a:t>
            </a:r>
            <a:r>
              <a:rPr lang="en-US" altLang="en-US" sz="2000" b="0" dirty="0">
                <a:ea typeface="ＭＳ Ｐゴシック" panose="020B0600070205080204" pitchFamily="34" charset="-128"/>
              </a:rPr>
              <a:t> </a:t>
            </a:r>
            <a:r>
              <a:rPr lang="en-US" altLang="en-US" sz="2000" b="0" u="sng" dirty="0">
                <a:ea typeface="ＭＳ Ｐゴシック" panose="020B0600070205080204" pitchFamily="34" charset="-128"/>
              </a:rPr>
              <a:t>syntax</a:t>
            </a:r>
            <a:r>
              <a:rPr lang="en-US" altLang="en-US" sz="2000" b="0" dirty="0">
                <a:ea typeface="ＭＳ Ｐゴシック" panose="020B0600070205080204" pitchFamily="34" charset="-128"/>
              </a:rPr>
              <a:t> for coding UI descriptions.</a:t>
            </a:r>
          </a:p>
          <a:p>
            <a:endParaRPr lang="en-US" altLang="en-US" sz="2000" b="0" dirty="0">
              <a:ea typeface="ＭＳ Ｐゴシック" panose="020B0600070205080204" pitchFamily="34" charset="-128"/>
            </a:endParaRPr>
          </a:p>
          <a:p>
            <a:r>
              <a:rPr lang="en-US" altLang="en-US" sz="2000" b="0" dirty="0">
                <a:ea typeface="ＭＳ Ｐゴシック" panose="020B0600070205080204" pitchFamily="34" charset="-128"/>
              </a:rPr>
              <a:t>Retains the full power of Typescript.</a:t>
            </a:r>
          </a:p>
          <a:p>
            <a:r>
              <a:rPr lang="en-US" altLang="en-US" sz="2000" b="0" dirty="0">
                <a:ea typeface="ＭＳ Ｐゴシック" panose="020B0600070205080204" pitchFamily="34" charset="-128"/>
              </a:rPr>
              <a:t>Allows tight coupling between UI behavior and UI description. </a:t>
            </a:r>
          </a:p>
          <a:p>
            <a:endParaRPr lang="en-US" altLang="en-US" sz="2000" b="0" dirty="0">
              <a:ea typeface="ＭＳ Ｐゴシック" panose="020B0600070205080204" pitchFamily="34" charset="-128"/>
            </a:endParaRPr>
          </a:p>
          <a:p>
            <a:r>
              <a:rPr lang="en-US" altLang="en-US" sz="2000" dirty="0">
                <a:ea typeface="ＭＳ Ｐゴシック" panose="020B0600070205080204" pitchFamily="34" charset="-128"/>
              </a:rPr>
              <a:t>However, must be </a:t>
            </a:r>
            <a:r>
              <a:rPr lang="en-US" altLang="en-US" sz="2000" dirty="0" err="1">
                <a:ea typeface="ＭＳ Ｐゴシック" panose="020B0600070205080204" pitchFamily="34" charset="-128"/>
              </a:rPr>
              <a:t>transpiled</a:t>
            </a:r>
            <a:r>
              <a:rPr lang="en-US" altLang="en-US" sz="2000" dirty="0">
                <a:ea typeface="ＭＳ Ｐゴシック" panose="020B0600070205080204" pitchFamily="34" charset="-128"/>
              </a:rPr>
              <a:t> before being sent to browser.</a:t>
            </a:r>
          </a:p>
          <a:p>
            <a:endParaRPr lang="en-US" altLang="en-US" sz="2000" dirty="0">
              <a:ea typeface="ＭＳ Ｐゴシック" panose="020B0600070205080204" pitchFamily="34" charset="-128"/>
            </a:endParaRPr>
          </a:p>
          <a:p>
            <a:r>
              <a:rPr lang="en-US" altLang="en-US" sz="2000" dirty="0">
                <a:ea typeface="ＭＳ Ｐゴシック" panose="020B0600070205080204" pitchFamily="34" charset="-128"/>
              </a:rPr>
              <a:t>Reference </a:t>
            </a:r>
            <a:r>
              <a:rPr lang="en-US" altLang="en-US" sz="2000" b="0" dirty="0">
                <a:ea typeface="ＭＳ Ｐゴシック" panose="020B0600070205080204" pitchFamily="34" charset="-128"/>
              </a:rPr>
              <a:t>03-JSX-error.html and 04-JSX.html</a:t>
            </a:r>
          </a:p>
          <a:p>
            <a:pPr>
              <a:buFontTx/>
              <a:buNone/>
            </a:pPr>
            <a:endParaRPr lang="en-US" altLang="en-US" sz="2000" b="0" dirty="0">
              <a:ea typeface="ＭＳ Ｐゴシック" panose="020B0600070205080204" pitchFamily="34" charset="-128"/>
            </a:endParaRPr>
          </a:p>
        </p:txBody>
      </p:sp>
      <p:sp>
        <p:nvSpPr>
          <p:cNvPr id="23555" name="Slide Number Placeholder 3">
            <a:extLst>
              <a:ext uri="{FF2B5EF4-FFF2-40B4-BE49-F238E27FC236}">
                <a16:creationId xmlns:a16="http://schemas.microsoft.com/office/drawing/2014/main" id="{F1295DDD-61BE-D74B-29C6-A86DB86B095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b="1">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b="1">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b="1">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b="1">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fld id="{2816F284-7BA2-4D94-A890-DEE79CF7DFBE}" type="slidenum">
              <a:rPr lang="en-US" altLang="en-US" b="0" smtClean="0"/>
              <a:pPr>
                <a:spcBef>
                  <a:spcPct val="0"/>
                </a:spcBef>
                <a:buFontTx/>
                <a:buNone/>
              </a:pPr>
              <a:t>11</a:t>
            </a:fld>
            <a:endParaRPr lang="en-US" altLang="en-US" b="0"/>
          </a:p>
        </p:txBody>
      </p:sp>
      <p:pic>
        <p:nvPicPr>
          <p:cNvPr id="3" name="Picture 2">
            <a:extLst>
              <a:ext uri="{FF2B5EF4-FFF2-40B4-BE49-F238E27FC236}">
                <a16:creationId xmlns:a16="http://schemas.microsoft.com/office/drawing/2014/main" id="{FBC62DA5-3306-77ED-F6F5-B33E622DA315}"/>
              </a:ext>
            </a:extLst>
          </p:cNvPr>
          <p:cNvPicPr>
            <a:picLocks noChangeAspect="1"/>
          </p:cNvPicPr>
          <p:nvPr/>
        </p:nvPicPr>
        <p:blipFill>
          <a:blip r:embed="rId3"/>
          <a:stretch>
            <a:fillRect/>
          </a:stretch>
        </p:blipFill>
        <p:spPr>
          <a:xfrm>
            <a:off x="5943600" y="2610148"/>
            <a:ext cx="6805837" cy="2232907"/>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9A7331F-9750-6601-6CA2-B9A65CC37740}"/>
              </a:ext>
            </a:extLst>
          </p:cNvPr>
          <p:cNvPicPr>
            <a:picLocks noChangeAspect="1"/>
          </p:cNvPicPr>
          <p:nvPr/>
        </p:nvPicPr>
        <p:blipFill>
          <a:blip r:embed="rId2"/>
          <a:stretch>
            <a:fillRect/>
          </a:stretch>
        </p:blipFill>
        <p:spPr>
          <a:xfrm>
            <a:off x="1447800" y="1143000"/>
            <a:ext cx="9034507" cy="4724400"/>
          </a:xfrm>
          <a:prstGeom prst="rect">
            <a:avLst/>
          </a:prstGeom>
        </p:spPr>
      </p:pic>
      <p:sp>
        <p:nvSpPr>
          <p:cNvPr id="24577" name="Title 1">
            <a:extLst>
              <a:ext uri="{FF2B5EF4-FFF2-40B4-BE49-F238E27FC236}">
                <a16:creationId xmlns:a16="http://schemas.microsoft.com/office/drawing/2014/main" id="{BD3F028B-03F8-10AD-0D30-A768B0165A95}"/>
              </a:ext>
            </a:extLst>
          </p:cNvPr>
          <p:cNvSpPr>
            <a:spLocks noGrp="1" noChangeArrowheads="1"/>
          </p:cNvSpPr>
          <p:nvPr>
            <p:ph type="title"/>
          </p:nvPr>
        </p:nvSpPr>
        <p:spPr/>
        <p:txBody>
          <a:bodyPr/>
          <a:lstStyle/>
          <a:p>
            <a:r>
              <a:rPr lang="en-US" altLang="en-US">
                <a:ea typeface="ＭＳ Ｐゴシック" panose="020B0600070205080204" pitchFamily="34" charset="-128"/>
              </a:rPr>
              <a:t>REPL </a:t>
            </a:r>
            <a:r>
              <a:rPr lang="en-US" altLang="en-US" sz="1400">
                <a:ea typeface="ＭＳ Ｐゴシック" panose="020B0600070205080204" pitchFamily="34" charset="-128"/>
              </a:rPr>
              <a:t>(Read-Evaluate-Print-Loop) </a:t>
            </a:r>
            <a:r>
              <a:rPr lang="en-US" altLang="en-US">
                <a:ea typeface="ＭＳ Ｐゴシック" panose="020B0600070205080204" pitchFamily="34" charset="-128"/>
              </a:rPr>
              <a:t>transpiler.</a:t>
            </a:r>
          </a:p>
        </p:txBody>
      </p:sp>
      <p:sp>
        <p:nvSpPr>
          <p:cNvPr id="22531" name="Content Placeholder 2">
            <a:extLst>
              <a:ext uri="{FF2B5EF4-FFF2-40B4-BE49-F238E27FC236}">
                <a16:creationId xmlns:a16="http://schemas.microsoft.com/office/drawing/2014/main" id="{8FA53CAA-D2BA-F420-7E69-AD22DFACFDEB}"/>
              </a:ext>
            </a:extLst>
          </p:cNvPr>
          <p:cNvSpPr>
            <a:spLocks noGrp="1"/>
          </p:cNvSpPr>
          <p:nvPr>
            <p:ph idx="1"/>
          </p:nvPr>
        </p:nvSpPr>
        <p:spPr>
          <a:xfrm>
            <a:off x="1981200" y="1143001"/>
            <a:ext cx="8229600" cy="4525963"/>
          </a:xfrm>
        </p:spPr>
        <p:txBody>
          <a:bodyPr/>
          <a:lstStyle/>
          <a:p>
            <a:pPr>
              <a:defRPr/>
            </a:pPr>
            <a:endParaRPr lang="en-US" sz="2000" dirty="0">
              <a:ea typeface="ＭＳ Ｐゴシック" charset="0"/>
            </a:endParaRPr>
          </a:p>
          <a:p>
            <a:pPr>
              <a:defRPr/>
            </a:pPr>
            <a:endParaRPr lang="en-US" sz="2000" dirty="0">
              <a:ea typeface="ＭＳ Ｐゴシック" charset="0"/>
            </a:endParaRPr>
          </a:p>
          <a:p>
            <a:pPr>
              <a:defRPr/>
            </a:pPr>
            <a:endParaRPr lang="en-US" sz="2000" dirty="0">
              <a:ea typeface="ＭＳ Ｐゴシック" charset="0"/>
            </a:endParaRPr>
          </a:p>
          <a:p>
            <a:pPr>
              <a:defRPr/>
            </a:pPr>
            <a:endParaRPr lang="en-US" sz="2000" dirty="0">
              <a:ea typeface="ＭＳ Ｐゴシック" charset="0"/>
            </a:endParaRPr>
          </a:p>
          <a:p>
            <a:pPr>
              <a:defRPr/>
            </a:pPr>
            <a:endParaRPr lang="en-US" sz="2000" dirty="0">
              <a:ea typeface="ＭＳ Ｐゴシック" charset="0"/>
            </a:endParaRPr>
          </a:p>
          <a:p>
            <a:pPr>
              <a:defRPr/>
            </a:pPr>
            <a:endParaRPr lang="en-US" sz="2000" dirty="0">
              <a:ea typeface="ＭＳ Ｐゴシック" charset="0"/>
            </a:endParaRPr>
          </a:p>
          <a:p>
            <a:pPr>
              <a:defRPr/>
            </a:pPr>
            <a:endParaRPr lang="en-US" sz="2000" dirty="0">
              <a:ea typeface="ＭＳ Ｐゴシック" charset="0"/>
            </a:endParaRPr>
          </a:p>
          <a:p>
            <a:pPr>
              <a:defRPr/>
            </a:pPr>
            <a:endParaRPr lang="en-US" sz="2000" dirty="0">
              <a:ea typeface="ＭＳ Ｐゴシック" charset="0"/>
            </a:endParaRPr>
          </a:p>
          <a:p>
            <a:pPr>
              <a:defRPr/>
            </a:pPr>
            <a:endParaRPr lang="en-US" sz="2000" dirty="0">
              <a:ea typeface="ＭＳ Ｐゴシック" charset="0"/>
            </a:endParaRPr>
          </a:p>
          <a:p>
            <a:pPr>
              <a:defRPr/>
            </a:pPr>
            <a:endParaRPr lang="en-US" sz="2000" dirty="0">
              <a:ea typeface="ＭＳ Ｐゴシック" charset="0"/>
            </a:endParaRPr>
          </a:p>
          <a:p>
            <a:pPr>
              <a:defRPr/>
            </a:pPr>
            <a:endParaRPr lang="en-US" sz="2000" dirty="0">
              <a:ea typeface="ＭＳ Ｐゴシック" charset="0"/>
            </a:endParaRPr>
          </a:p>
          <a:p>
            <a:pPr>
              <a:defRPr/>
            </a:pPr>
            <a:endParaRPr lang="en-US" sz="2000" dirty="0">
              <a:ea typeface="ＭＳ Ｐゴシック" charset="0"/>
            </a:endParaRPr>
          </a:p>
          <a:p>
            <a:pPr marL="0" indent="0">
              <a:buNone/>
              <a:defRPr/>
            </a:pPr>
            <a:endParaRPr lang="en-US" sz="2000" dirty="0">
              <a:ea typeface="ＭＳ Ｐゴシック" charset="0"/>
            </a:endParaRPr>
          </a:p>
        </p:txBody>
      </p:sp>
      <p:sp>
        <p:nvSpPr>
          <p:cNvPr id="24579" name="Slide Number Placeholder 3">
            <a:extLst>
              <a:ext uri="{FF2B5EF4-FFF2-40B4-BE49-F238E27FC236}">
                <a16:creationId xmlns:a16="http://schemas.microsoft.com/office/drawing/2014/main" id="{369E6652-87D2-16E3-1B3D-F2248B8EFD0F}"/>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b="1">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b="1">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b="1">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b="1">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fld id="{72070FC0-6E6A-44B9-9C10-F69319239F71}" type="slidenum">
              <a:rPr lang="en-US" altLang="en-US" b="0" smtClean="0"/>
              <a:pPr>
                <a:spcBef>
                  <a:spcPct val="0"/>
                </a:spcBef>
                <a:buFontTx/>
                <a:buNone/>
              </a:pPr>
              <a:t>12</a:t>
            </a:fld>
            <a:endParaRPr lang="en-US" altLang="en-US" b="0"/>
          </a:p>
        </p:txBody>
      </p:sp>
      <p:sp>
        <p:nvSpPr>
          <p:cNvPr id="9" name="Rectangle 8">
            <a:extLst>
              <a:ext uri="{FF2B5EF4-FFF2-40B4-BE49-F238E27FC236}">
                <a16:creationId xmlns:a16="http://schemas.microsoft.com/office/drawing/2014/main" id="{1037D2A3-C831-F03A-56CD-4788C9834446}"/>
              </a:ext>
            </a:extLst>
          </p:cNvPr>
          <p:cNvSpPr>
            <a:spLocks noChangeArrowheads="1"/>
          </p:cNvSpPr>
          <p:nvPr/>
        </p:nvSpPr>
        <p:spPr bwMode="auto">
          <a:xfrm>
            <a:off x="4541838" y="4783138"/>
            <a:ext cx="2163762" cy="703262"/>
          </a:xfrm>
          <a:prstGeom prst="rect">
            <a:avLst/>
          </a:prstGeom>
          <a:solidFill>
            <a:srgbClr val="FFFF00"/>
          </a:solidFill>
          <a:ln w="9525">
            <a:solidFill>
              <a:schemeClr val="tx1"/>
            </a:solidFill>
            <a:miter lim="800000"/>
            <a:headEnd/>
            <a:tailEnd/>
          </a:ln>
          <a:effectLst>
            <a:outerShdw blurRad="40000" dist="23000" dir="5400000" rotWithShape="0">
              <a:srgbClr val="808080">
                <a:alpha val="34999"/>
              </a:srgbClr>
            </a:outerShdw>
          </a:effectLst>
        </p:spPr>
        <p:txBody>
          <a:bodyPr/>
          <a:lstStyle/>
          <a:p>
            <a:pPr eaLnBrk="1" hangingPunct="1">
              <a:defRPr/>
            </a:pPr>
            <a:r>
              <a:rPr lang="en-US" dirty="0">
                <a:latin typeface="+mn-lt"/>
                <a:ea typeface="+mn-ea"/>
              </a:rPr>
              <a:t>Reference </a:t>
            </a:r>
          </a:p>
          <a:p>
            <a:pPr eaLnBrk="1" hangingPunct="1">
              <a:defRPr/>
            </a:pPr>
            <a:r>
              <a:rPr lang="en-US" dirty="0">
                <a:latin typeface="+mn-lt"/>
                <a:ea typeface="+mn-ea"/>
              </a:rPr>
              <a:t>       04-JSX.html</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619" name="Rectangle 25618">
            <a:extLst>
              <a:ext uri="{FF2B5EF4-FFF2-40B4-BE49-F238E27FC236}">
                <a16:creationId xmlns:a16="http://schemas.microsoft.com/office/drawing/2014/main" id="{B712E947-0734-45F9-9C4F-41114EC3A3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00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601" name="Rectangle 2">
            <a:extLst>
              <a:ext uri="{FF2B5EF4-FFF2-40B4-BE49-F238E27FC236}">
                <a16:creationId xmlns:a16="http://schemas.microsoft.com/office/drawing/2014/main" id="{E19BFEBC-63BC-A87B-9036-EACA78B435EA}"/>
              </a:ext>
            </a:extLst>
          </p:cNvPr>
          <p:cNvSpPr>
            <a:spLocks noGrp="1" noChangeArrowheads="1"/>
          </p:cNvSpPr>
          <p:nvPr>
            <p:ph type="title"/>
          </p:nvPr>
        </p:nvSpPr>
        <p:spPr>
          <a:xfrm>
            <a:off x="2376297" y="457201"/>
            <a:ext cx="4360680" cy="1556870"/>
          </a:xfrm>
        </p:spPr>
        <p:txBody>
          <a:bodyPr anchor="b">
            <a:normAutofit/>
          </a:bodyPr>
          <a:lstStyle/>
          <a:p>
            <a:r>
              <a:rPr lang="en-GB" altLang="en-US" sz="3500" dirty="0">
                <a:ea typeface="ＭＳ Ｐゴシック" panose="020B0600070205080204" pitchFamily="34" charset="-128"/>
              </a:rPr>
              <a:t>TSX(TypeScript XML)</a:t>
            </a:r>
            <a:endParaRPr lang="en-US" altLang="en-US" sz="3500" dirty="0">
              <a:ea typeface="ＭＳ Ｐゴシック" panose="020B0600070205080204" pitchFamily="34" charset="-128"/>
            </a:endParaRPr>
          </a:p>
        </p:txBody>
      </p:sp>
      <p:sp>
        <p:nvSpPr>
          <p:cNvPr id="23554" name="Rectangle 3">
            <a:extLst>
              <a:ext uri="{FF2B5EF4-FFF2-40B4-BE49-F238E27FC236}">
                <a16:creationId xmlns:a16="http://schemas.microsoft.com/office/drawing/2014/main" id="{2D427BE2-6932-1899-6E45-FADBB40AC1BA}"/>
              </a:ext>
            </a:extLst>
          </p:cNvPr>
          <p:cNvSpPr>
            <a:spLocks noGrp="1" noChangeArrowheads="1"/>
          </p:cNvSpPr>
          <p:nvPr>
            <p:ph type="body" idx="1"/>
          </p:nvPr>
        </p:nvSpPr>
        <p:spPr>
          <a:xfrm>
            <a:off x="381000" y="2277037"/>
            <a:ext cx="7010400" cy="3461155"/>
          </a:xfrm>
        </p:spPr>
        <p:txBody>
          <a:bodyPr>
            <a:noAutofit/>
          </a:bodyPr>
          <a:lstStyle/>
          <a:p>
            <a:pPr>
              <a:lnSpc>
                <a:spcPct val="90000"/>
              </a:lnSpc>
              <a:defRPr/>
            </a:pPr>
            <a:endParaRPr lang="en-US" altLang="en-US" sz="1600" dirty="0">
              <a:ea typeface="ＭＳ Ｐゴシック" panose="020B0600070205080204" pitchFamily="34" charset="-128"/>
            </a:endParaRPr>
          </a:p>
          <a:p>
            <a:pPr>
              <a:lnSpc>
                <a:spcPct val="90000"/>
              </a:lnSpc>
              <a:defRPr/>
            </a:pPr>
            <a:r>
              <a:rPr lang="en-GB" altLang="en-US" sz="1600" dirty="0">
                <a:ea typeface="ＭＳ Ｐゴシック" panose="020B0600070205080204" pitchFamily="34" charset="-128"/>
              </a:rPr>
              <a:t>JSX(</a:t>
            </a:r>
            <a:r>
              <a:rPr lang="en-GB" altLang="en-US" sz="1600" dirty="0" err="1">
                <a:ea typeface="ＭＳ Ｐゴシック" panose="020B0600070205080204" pitchFamily="34" charset="-128"/>
              </a:rPr>
              <a:t>Javascript</a:t>
            </a:r>
            <a:r>
              <a:rPr lang="en-GB" altLang="en-US" sz="1600" dirty="0">
                <a:ea typeface="ＭＳ Ｐゴシック" panose="020B0600070205080204" pitchFamily="34" charset="-128"/>
              </a:rPr>
              <a:t> XML) </a:t>
            </a:r>
            <a:r>
              <a:rPr lang="en-GB" altLang="en-US" sz="1600" b="0" dirty="0">
                <a:ea typeface="ＭＳ Ｐゴシック" panose="020B0600070205080204" pitchFamily="34" charset="-128"/>
              </a:rPr>
              <a:t>is a file syntax extension used by React.  JSX resembles HTML, allowing developers to write UI components with an HTML-like (it is actually XML).</a:t>
            </a:r>
          </a:p>
          <a:p>
            <a:pPr>
              <a:lnSpc>
                <a:spcPct val="90000"/>
              </a:lnSpc>
              <a:defRPr/>
            </a:pPr>
            <a:r>
              <a:rPr lang="en-GB" altLang="en-US" sz="1600" dirty="0">
                <a:ea typeface="ＭＳ Ｐゴシック" panose="020B0600070205080204" pitchFamily="34" charset="-128"/>
              </a:rPr>
              <a:t>TSX is the TypeScript version of JSX, </a:t>
            </a:r>
            <a:r>
              <a:rPr lang="en-GB" altLang="en-US" sz="1600" b="0" dirty="0">
                <a:ea typeface="ＭＳ Ｐゴシック" panose="020B0600070205080204" pitchFamily="34" charset="-128"/>
              </a:rPr>
              <a:t>TypeScript is a superset that adds static typing in JavaScript.</a:t>
            </a:r>
          </a:p>
          <a:p>
            <a:pPr lvl="1">
              <a:lnSpc>
                <a:spcPct val="90000"/>
              </a:lnSpc>
              <a:defRPr/>
            </a:pPr>
            <a:r>
              <a:rPr lang="en-GB" altLang="en-US" sz="1600" b="0" dirty="0">
                <a:ea typeface="ＭＳ Ｐゴシック" panose="020B0600070205080204" pitchFamily="34" charset="-128"/>
              </a:rPr>
              <a:t>Typescript files containing TSX use the .</a:t>
            </a:r>
            <a:r>
              <a:rPr lang="en-GB" altLang="en-US" sz="1600" b="0" dirty="0" err="1">
                <a:ea typeface="ＭＳ Ｐゴシック" panose="020B0600070205080204" pitchFamily="34" charset="-128"/>
              </a:rPr>
              <a:t>tsx</a:t>
            </a:r>
            <a:r>
              <a:rPr lang="en-GB" altLang="en-US" sz="1600" b="0" dirty="0">
                <a:ea typeface="ＭＳ Ｐゴシック" panose="020B0600070205080204" pitchFamily="34" charset="-128"/>
              </a:rPr>
              <a:t> extension.</a:t>
            </a:r>
            <a:endParaRPr lang="en-US" altLang="en-US" sz="1600" b="0" dirty="0">
              <a:ea typeface="ＭＳ Ｐゴシック" panose="020B0600070205080204" pitchFamily="34" charset="-128"/>
            </a:endParaRPr>
          </a:p>
          <a:p>
            <a:pPr>
              <a:lnSpc>
                <a:spcPct val="90000"/>
              </a:lnSpc>
              <a:defRPr/>
            </a:pPr>
            <a:r>
              <a:rPr lang="en-US" altLang="en-US" sz="1600" b="0" dirty="0">
                <a:ea typeface="ＭＳ Ｐゴシック" panose="020B0600070205080204" pitchFamily="34" charset="-128"/>
              </a:rPr>
              <a:t>Some minor HTML tag attributes differences, e.g. </a:t>
            </a:r>
            <a:r>
              <a:rPr lang="en-US" altLang="en-US" sz="1600" b="0" dirty="0" err="1">
                <a:ea typeface="ＭＳ Ｐゴシック" panose="020B0600070205080204" pitchFamily="34" charset="-128"/>
              </a:rPr>
              <a:t>className</a:t>
            </a:r>
            <a:r>
              <a:rPr lang="en-US" altLang="en-US" sz="1600" b="0" dirty="0">
                <a:ea typeface="ＭＳ Ｐゴシック" panose="020B0600070205080204" pitchFamily="34" charset="-128"/>
              </a:rPr>
              <a:t>  (class), </a:t>
            </a:r>
            <a:r>
              <a:rPr lang="en-US" altLang="en-US" sz="1600" b="0" dirty="0" err="1">
                <a:ea typeface="ＭＳ Ｐゴシック" panose="020B0600070205080204" pitchFamily="34" charset="-128"/>
              </a:rPr>
              <a:t>htmlFor</a:t>
            </a:r>
            <a:r>
              <a:rPr lang="en-US" altLang="en-US" sz="1600" b="0" dirty="0">
                <a:ea typeface="ＭＳ Ｐゴシック" panose="020B0600070205080204" pitchFamily="34" charset="-128"/>
              </a:rPr>
              <a:t> (for).</a:t>
            </a:r>
          </a:p>
          <a:p>
            <a:pPr>
              <a:lnSpc>
                <a:spcPct val="90000"/>
              </a:lnSpc>
              <a:buFontTx/>
              <a:buNone/>
              <a:defRPr/>
            </a:pPr>
            <a:endParaRPr lang="en-US" altLang="en-US" sz="1600" dirty="0">
              <a:ea typeface="ＭＳ Ｐゴシック" panose="020B0600070205080204" pitchFamily="34" charset="-128"/>
            </a:endParaRPr>
          </a:p>
          <a:p>
            <a:pPr>
              <a:lnSpc>
                <a:spcPct val="90000"/>
              </a:lnSpc>
              <a:defRPr/>
            </a:pPr>
            <a:r>
              <a:rPr lang="en-US" altLang="en-US" sz="1600" b="0" dirty="0">
                <a:ea typeface="ＭＳ Ｐゴシック" panose="020B0600070205080204" pitchFamily="34" charset="-128"/>
              </a:rPr>
              <a:t>Allows UI description to be coded </a:t>
            </a:r>
            <a:r>
              <a:rPr lang="en-US" altLang="en-US" sz="1600" dirty="0">
                <a:ea typeface="ＭＳ Ｐゴシック" panose="020B0600070205080204" pitchFamily="34" charset="-128"/>
              </a:rPr>
              <a:t>in a declarative style </a:t>
            </a:r>
            <a:r>
              <a:rPr lang="en-US" altLang="en-US" sz="1600" b="0" dirty="0">
                <a:ea typeface="ＭＳ Ｐゴシック" panose="020B0600070205080204" pitchFamily="34" charset="-128"/>
              </a:rPr>
              <a:t>and be in-lined in TypeScript. </a:t>
            </a:r>
          </a:p>
          <a:p>
            <a:pPr>
              <a:lnSpc>
                <a:spcPct val="90000"/>
              </a:lnSpc>
              <a:defRPr/>
            </a:pPr>
            <a:endParaRPr lang="en-US" altLang="en-US" sz="1600" dirty="0">
              <a:ea typeface="ＭＳ Ｐゴシック" panose="020B0600070205080204" pitchFamily="34" charset="-128"/>
            </a:endParaRPr>
          </a:p>
          <a:p>
            <a:pPr>
              <a:lnSpc>
                <a:spcPct val="90000"/>
              </a:lnSpc>
              <a:defRPr/>
            </a:pPr>
            <a:r>
              <a:rPr lang="en-US" altLang="en-US" sz="2800" dirty="0">
                <a:ea typeface="ＭＳ Ｐゴシック" panose="020B0600070205080204" pitchFamily="34" charset="-128"/>
              </a:rPr>
              <a:t>Combines templating with the power of TS.</a:t>
            </a:r>
          </a:p>
        </p:txBody>
      </p:sp>
      <p:pic>
        <p:nvPicPr>
          <p:cNvPr id="4" name="Picture 3">
            <a:extLst>
              <a:ext uri="{FF2B5EF4-FFF2-40B4-BE49-F238E27FC236}">
                <a16:creationId xmlns:a16="http://schemas.microsoft.com/office/drawing/2014/main" id="{6A5B3EB7-4FDC-63F7-6D10-6D49B6DDDB15}"/>
              </a:ext>
            </a:extLst>
          </p:cNvPr>
          <p:cNvPicPr>
            <a:picLocks noChangeAspect="1"/>
          </p:cNvPicPr>
          <p:nvPr/>
        </p:nvPicPr>
        <p:blipFill>
          <a:blip r:embed="rId2"/>
          <a:stretch>
            <a:fillRect/>
          </a:stretch>
        </p:blipFill>
        <p:spPr>
          <a:xfrm>
            <a:off x="7672933" y="2739575"/>
            <a:ext cx="4448175" cy="1894729"/>
          </a:xfrm>
          <a:prstGeom prst="rect">
            <a:avLst/>
          </a:prstGeom>
        </p:spPr>
      </p:pic>
      <p:pic>
        <p:nvPicPr>
          <p:cNvPr id="25607" name="Graphic 25606" descr="Web Design">
            <a:extLst>
              <a:ext uri="{FF2B5EF4-FFF2-40B4-BE49-F238E27FC236}">
                <a16:creationId xmlns:a16="http://schemas.microsoft.com/office/drawing/2014/main" id="{CE14CCE5-7EA0-977F-75C6-03BDAF023F79}"/>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858001" y="114005"/>
            <a:ext cx="2243263" cy="2243263"/>
          </a:xfrm>
          <a:prstGeom prst="rect">
            <a:avLst/>
          </a:prstGeom>
        </p:spPr>
      </p:pic>
      <p:sp>
        <p:nvSpPr>
          <p:cNvPr id="25621" name="Rectangle 25620">
            <a:extLst>
              <a:ext uri="{FF2B5EF4-FFF2-40B4-BE49-F238E27FC236}">
                <a16:creationId xmlns:a16="http://schemas.microsoft.com/office/drawing/2014/main" id="{5A65989E-BBD5-44D7-AA86-7AFD5D46BBC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1524000" y="6400800"/>
            <a:ext cx="9144000" cy="456773"/>
          </a:xfrm>
          <a:prstGeom prst="rect">
            <a:avLst/>
          </a:prstGeom>
          <a:gradFill>
            <a:gsLst>
              <a:gs pos="0">
                <a:schemeClr val="accent1"/>
              </a:gs>
              <a:gs pos="66000">
                <a:srgbClr val="000000"/>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623" name="Rectangle 25622">
            <a:extLst>
              <a:ext uri="{FF2B5EF4-FFF2-40B4-BE49-F238E27FC236}">
                <a16:creationId xmlns:a16="http://schemas.microsoft.com/office/drawing/2014/main" id="{231A2881-D8D7-4A7D-ACA3-E9F849F853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524001" y="6400800"/>
            <a:ext cx="6115049" cy="456772"/>
          </a:xfrm>
          <a:prstGeom prst="rect">
            <a:avLst/>
          </a:prstGeom>
          <a:gradFill>
            <a:gsLst>
              <a:gs pos="0">
                <a:srgbClr val="000000">
                  <a:alpha val="63000"/>
                </a:srgbClr>
              </a:gs>
              <a:gs pos="100000">
                <a:schemeClr val="accent1">
                  <a:lumMod val="7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603" name="Slide Number Placeholder 1">
            <a:extLst>
              <a:ext uri="{FF2B5EF4-FFF2-40B4-BE49-F238E27FC236}">
                <a16:creationId xmlns:a16="http://schemas.microsoft.com/office/drawing/2014/main" id="{281C14CF-AE93-45F2-5F5D-E20A3DA83102}"/>
              </a:ext>
            </a:extLst>
          </p:cNvPr>
          <p:cNvSpPr>
            <a:spLocks noGrp="1"/>
          </p:cNvSpPr>
          <p:nvPr>
            <p:ph type="sldNum" sz="quarter" idx="12"/>
          </p:nvPr>
        </p:nvSpPr>
        <p:spPr>
          <a:xfrm>
            <a:off x="10302240" y="6455665"/>
            <a:ext cx="336042" cy="365125"/>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lvl1pPr>
              <a:spcBef>
                <a:spcPct val="20000"/>
              </a:spcBef>
              <a:buChar char="•"/>
              <a:defRPr b="1">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b="1">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b="1">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b="1">
                <a:solidFill>
                  <a:schemeClr val="tx1"/>
                </a:solidFill>
                <a:latin typeface="Arial" panose="020B0604020202020204" pitchFamily="34" charset="0"/>
                <a:ea typeface="ＭＳ Ｐゴシック" panose="020B0600070205080204" pitchFamily="34" charset="-128"/>
              </a:defRPr>
            </a:lvl9pPr>
          </a:lstStyle>
          <a:p>
            <a:pPr>
              <a:spcBef>
                <a:spcPct val="0"/>
              </a:spcBef>
              <a:spcAft>
                <a:spcPts val="600"/>
              </a:spcAft>
              <a:buNone/>
            </a:pPr>
            <a:fld id="{3C66460B-7E7A-453B-A3E2-929CC9AEE0BF}" type="slidenum">
              <a:rPr lang="en-US" altLang="en-US" sz="1000" b="0">
                <a:solidFill>
                  <a:srgbClr val="FFFFFF"/>
                </a:solidFill>
              </a:rPr>
              <a:pPr>
                <a:spcBef>
                  <a:spcPct val="0"/>
                </a:spcBef>
                <a:spcAft>
                  <a:spcPts val="600"/>
                </a:spcAft>
                <a:buNone/>
              </a:pPr>
              <a:t>13</a:t>
            </a:fld>
            <a:endParaRPr lang="en-US" altLang="en-US" sz="1000" b="0">
              <a:solidFill>
                <a:srgbClr val="FFFFFF"/>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3554">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3554">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6625" name="Rectangle 2">
            <a:extLst>
              <a:ext uri="{FF2B5EF4-FFF2-40B4-BE49-F238E27FC236}">
                <a16:creationId xmlns:a16="http://schemas.microsoft.com/office/drawing/2014/main" id="{41C991F1-C59A-2BE8-43B1-8A0A15E3F9B3}"/>
              </a:ext>
            </a:extLst>
          </p:cNvPr>
          <p:cNvSpPr>
            <a:spLocks noGrp="1" noChangeArrowheads="1"/>
          </p:cNvSpPr>
          <p:nvPr>
            <p:ph type="title"/>
          </p:nvPr>
        </p:nvSpPr>
        <p:spPr>
          <a:xfrm>
            <a:off x="2364700" y="687480"/>
            <a:ext cx="5605629" cy="994172"/>
          </a:xfrm>
        </p:spPr>
        <p:txBody>
          <a:bodyPr>
            <a:normAutofit/>
          </a:bodyPr>
          <a:lstStyle/>
          <a:p>
            <a:r>
              <a:rPr lang="en-US" altLang="en-US" sz="3850">
                <a:ea typeface="ＭＳ Ｐゴシック" panose="020B0600070205080204" pitchFamily="34" charset="-128"/>
              </a:rPr>
              <a:t>TSX Transpiling </a:t>
            </a:r>
          </a:p>
        </p:txBody>
      </p:sp>
      <p:sp>
        <p:nvSpPr>
          <p:cNvPr id="24578" name="Rectangle 3">
            <a:extLst>
              <a:ext uri="{FF2B5EF4-FFF2-40B4-BE49-F238E27FC236}">
                <a16:creationId xmlns:a16="http://schemas.microsoft.com/office/drawing/2014/main" id="{1280A556-9A4C-6D51-6CC4-BF252C0C1EAF}"/>
              </a:ext>
            </a:extLst>
          </p:cNvPr>
          <p:cNvSpPr>
            <a:spLocks noGrp="1" noChangeArrowheads="1"/>
          </p:cNvSpPr>
          <p:nvPr>
            <p:ph type="body" idx="1"/>
          </p:nvPr>
        </p:nvSpPr>
        <p:spPr>
          <a:xfrm>
            <a:off x="609600" y="1524000"/>
            <a:ext cx="7295188" cy="5029200"/>
          </a:xfrm>
        </p:spPr>
        <p:txBody>
          <a:bodyPr anchor="ctr">
            <a:noAutofit/>
          </a:bodyPr>
          <a:lstStyle/>
          <a:p>
            <a:pPr>
              <a:lnSpc>
                <a:spcPct val="90000"/>
              </a:lnSpc>
            </a:pPr>
            <a:r>
              <a:rPr lang="en-US" altLang="en-US" dirty="0">
                <a:ea typeface="ＭＳ Ｐゴシック" panose="020B0600070205080204" pitchFamily="34" charset="-128"/>
              </a:rPr>
              <a:t>So browsers don’t do Typescript!</a:t>
            </a:r>
          </a:p>
          <a:p>
            <a:pPr lvl="1">
              <a:lnSpc>
                <a:spcPct val="90000"/>
              </a:lnSpc>
            </a:pPr>
            <a:r>
              <a:rPr lang="en-US" altLang="en-US" b="0" dirty="0">
                <a:ea typeface="ＭＳ Ｐゴシック" panose="020B0600070205080204" pitchFamily="34" charset="-128"/>
              </a:rPr>
              <a:t>Needs to be </a:t>
            </a:r>
            <a:r>
              <a:rPr lang="en-US" altLang="en-US" dirty="0" err="1">
                <a:ea typeface="ＭＳ Ｐゴシック" panose="020B0600070205080204" pitchFamily="34" charset="-128"/>
              </a:rPr>
              <a:t>Transpiled</a:t>
            </a:r>
            <a:r>
              <a:rPr lang="en-US" altLang="en-US" dirty="0">
                <a:ea typeface="ＭＳ Ｐゴシック" panose="020B0600070205080204" pitchFamily="34" charset="-128"/>
              </a:rPr>
              <a:t> to </a:t>
            </a:r>
            <a:r>
              <a:rPr lang="en-US" altLang="en-US" dirty="0" err="1">
                <a:ea typeface="ＭＳ Ｐゴシック" panose="020B0600070205080204" pitchFamily="34" charset="-128"/>
              </a:rPr>
              <a:t>Javascript</a:t>
            </a:r>
            <a:endParaRPr lang="en-US" altLang="en-US" dirty="0">
              <a:ea typeface="ＭＳ Ｐゴシック" panose="020B0600070205080204" pitchFamily="34" charset="-128"/>
            </a:endParaRPr>
          </a:p>
          <a:p>
            <a:pPr>
              <a:lnSpc>
                <a:spcPct val="90000"/>
              </a:lnSpc>
            </a:pPr>
            <a:r>
              <a:rPr lang="en-US" altLang="en-US" b="0" dirty="0">
                <a:ea typeface="ＭＳ Ｐゴシック" panose="020B0600070205080204" pitchFamily="34" charset="-128"/>
              </a:rPr>
              <a:t>What can we use to </a:t>
            </a:r>
            <a:r>
              <a:rPr lang="en-US" altLang="en-US" b="0" dirty="0" err="1">
                <a:ea typeface="ＭＳ Ｐゴシック" panose="020B0600070205080204" pitchFamily="34" charset="-128"/>
              </a:rPr>
              <a:t>Transpile</a:t>
            </a:r>
            <a:r>
              <a:rPr lang="en-US" altLang="en-US" b="0" dirty="0">
                <a:ea typeface="ＭＳ Ｐゴシック" panose="020B0600070205080204" pitchFamily="34" charset="-128"/>
              </a:rPr>
              <a:t>? </a:t>
            </a:r>
          </a:p>
          <a:p>
            <a:pPr lvl="1">
              <a:lnSpc>
                <a:spcPct val="90000"/>
              </a:lnSpc>
            </a:pPr>
            <a:r>
              <a:rPr lang="en-US" altLang="en-US" b="0" dirty="0">
                <a:ea typeface="ＭＳ Ｐゴシック" panose="020B0600070205080204" pitchFamily="34" charset="-128"/>
              </a:rPr>
              <a:t>The Babel platform.</a:t>
            </a:r>
          </a:p>
          <a:p>
            <a:pPr lvl="1">
              <a:lnSpc>
                <a:spcPct val="90000"/>
              </a:lnSpc>
            </a:pPr>
            <a:r>
              <a:rPr lang="en-US" altLang="en-US" b="0" dirty="0">
                <a:ea typeface="ＭＳ Ｐゴシック" panose="020B0600070205080204" pitchFamily="34" charset="-128"/>
              </a:rPr>
              <a:t>The </a:t>
            </a:r>
            <a:r>
              <a:rPr lang="en-US" altLang="en-US" b="0" dirty="0" err="1">
                <a:ea typeface="ＭＳ Ｐゴシック" panose="020B0600070205080204" pitchFamily="34" charset="-128"/>
              </a:rPr>
              <a:t>Vite</a:t>
            </a:r>
            <a:r>
              <a:rPr lang="en-US" altLang="en-US" b="0" dirty="0">
                <a:ea typeface="ＭＳ Ｐゴシック" panose="020B0600070205080204" pitchFamily="34" charset="-128"/>
              </a:rPr>
              <a:t> library.</a:t>
            </a:r>
          </a:p>
          <a:p>
            <a:pPr>
              <a:lnSpc>
                <a:spcPct val="90000"/>
              </a:lnSpc>
            </a:pPr>
            <a:endParaRPr lang="en-US" altLang="en-US" b="0" dirty="0">
              <a:ea typeface="ＭＳ Ｐゴシック" panose="020B0600070205080204" pitchFamily="34" charset="-128"/>
            </a:endParaRPr>
          </a:p>
          <a:p>
            <a:pPr>
              <a:lnSpc>
                <a:spcPct val="90000"/>
              </a:lnSpc>
            </a:pPr>
            <a:r>
              <a:rPr lang="en-US" altLang="en-US" b="0" dirty="0">
                <a:ea typeface="ＭＳ Ｐゴシック" panose="020B0600070205080204" pitchFamily="34" charset="-128"/>
              </a:rPr>
              <a:t>How?</a:t>
            </a:r>
          </a:p>
          <a:p>
            <a:pPr lvl="1">
              <a:lnSpc>
                <a:spcPct val="90000"/>
              </a:lnSpc>
              <a:buFontTx/>
              <a:buAutoNum type="arabicPeriod"/>
            </a:pPr>
            <a:r>
              <a:rPr lang="en-US" altLang="en-US" b="0" dirty="0">
                <a:ea typeface="ＭＳ Ｐゴシック" panose="020B0600070205080204" pitchFamily="34" charset="-128"/>
              </a:rPr>
              <a:t>Manually, via REPL environment or command line. </a:t>
            </a:r>
          </a:p>
          <a:p>
            <a:pPr lvl="2">
              <a:lnSpc>
                <a:spcPct val="90000"/>
              </a:lnSpc>
            </a:pPr>
            <a:r>
              <a:rPr lang="en-US" altLang="en-US" b="0" dirty="0">
                <a:ea typeface="ＭＳ Ｐゴシック" panose="020B0600070205080204" pitchFamily="34" charset="-128"/>
              </a:rPr>
              <a:t>When experimenting only.</a:t>
            </a:r>
          </a:p>
          <a:p>
            <a:pPr lvl="1">
              <a:lnSpc>
                <a:spcPct val="90000"/>
              </a:lnSpc>
              <a:buFontTx/>
              <a:buAutoNum type="arabicPeriod"/>
            </a:pPr>
            <a:r>
              <a:rPr lang="en-US" altLang="en-US" b="0" dirty="0">
                <a:ea typeface="ＭＳ Ｐゴシック" panose="020B0600070205080204" pitchFamily="34" charset="-128"/>
              </a:rPr>
              <a:t>Using an instrumented web server – </a:t>
            </a:r>
            <a:r>
              <a:rPr lang="en-US" altLang="en-US" b="0" dirty="0" err="1">
                <a:ea typeface="ＭＳ Ｐゴシック" panose="020B0600070205080204" pitchFamily="34" charset="-128"/>
              </a:rPr>
              <a:t>Vite</a:t>
            </a:r>
            <a:r>
              <a:rPr lang="en-US" altLang="en-US" b="0" dirty="0">
                <a:ea typeface="ＭＳ Ｐゴシック" panose="020B0600070205080204" pitchFamily="34" charset="-128"/>
              </a:rPr>
              <a:t> library instrumentation.</a:t>
            </a:r>
          </a:p>
          <a:p>
            <a:pPr lvl="2">
              <a:lnSpc>
                <a:spcPct val="90000"/>
              </a:lnSpc>
            </a:pPr>
            <a:r>
              <a:rPr lang="en-US" altLang="en-US" b="0" dirty="0">
                <a:ea typeface="ＭＳ Ｐゴシック" panose="020B0600070205080204" pitchFamily="34" charset="-128"/>
              </a:rPr>
              <a:t>Ideal for development.</a:t>
            </a:r>
          </a:p>
          <a:p>
            <a:pPr lvl="1">
              <a:lnSpc>
                <a:spcPct val="90000"/>
              </a:lnSpc>
              <a:buFontTx/>
              <a:buAutoNum type="arabicPeriod"/>
            </a:pPr>
            <a:r>
              <a:rPr lang="en-US" altLang="en-US" b="0" dirty="0">
                <a:ea typeface="ＭＳ Ｐゴシック" panose="020B0600070205080204" pitchFamily="34" charset="-128"/>
              </a:rPr>
              <a:t>Using bundler tools as part of the build process – </a:t>
            </a:r>
            <a:r>
              <a:rPr lang="en-US" altLang="en-US" b="0" dirty="0" err="1">
                <a:ea typeface="ＭＳ Ｐゴシック" panose="020B0600070205080204" pitchFamily="34" charset="-128"/>
              </a:rPr>
              <a:t>Vite</a:t>
            </a:r>
            <a:r>
              <a:rPr lang="en-US" altLang="en-US" b="0" dirty="0">
                <a:ea typeface="ＭＳ Ｐゴシック" panose="020B0600070205080204" pitchFamily="34" charset="-128"/>
              </a:rPr>
              <a:t> again.</a:t>
            </a:r>
          </a:p>
          <a:p>
            <a:pPr lvl="2">
              <a:lnSpc>
                <a:spcPct val="90000"/>
              </a:lnSpc>
            </a:pPr>
            <a:r>
              <a:rPr lang="en-US" altLang="en-US" b="0" dirty="0">
                <a:ea typeface="ＭＳ Ｐゴシック" panose="020B0600070205080204" pitchFamily="34" charset="-128"/>
              </a:rPr>
              <a:t>Production standard.</a:t>
            </a:r>
          </a:p>
        </p:txBody>
      </p:sp>
      <p:sp>
        <p:nvSpPr>
          <p:cNvPr id="26634" name="Rectangle 26633">
            <a:extLst>
              <a:ext uri="{FF2B5EF4-FFF2-40B4-BE49-F238E27FC236}">
                <a16:creationId xmlns:a16="http://schemas.microsoft.com/office/drawing/2014/main" id="{59A309A7-1751-4ABE-A3C1-EEC40366AD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13436" y="0"/>
            <a:ext cx="1954565"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6636" name="Oval 26635">
            <a:extLst>
              <a:ext uri="{FF2B5EF4-FFF2-40B4-BE49-F238E27FC236}">
                <a16:creationId xmlns:a16="http://schemas.microsoft.com/office/drawing/2014/main" id="{967D8EB6-EAE1-4F9C-B398-83321E2872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653567" y="2369132"/>
            <a:ext cx="2119736" cy="2119736"/>
          </a:xfrm>
          <a:prstGeom prst="ellipse">
            <a:avLst/>
          </a:prstGeom>
          <a:solidFill>
            <a:srgbClr val="FFFFFF"/>
          </a:solidFill>
          <a:ln w="222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pic>
        <p:nvPicPr>
          <p:cNvPr id="26631" name="Graphic 26630" descr="Web Design">
            <a:extLst>
              <a:ext uri="{FF2B5EF4-FFF2-40B4-BE49-F238E27FC236}">
                <a16:creationId xmlns:a16="http://schemas.microsoft.com/office/drawing/2014/main" id="{C9AC03F3-66AC-C713-6FE3-8BC8FA80A0FE}"/>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148965" y="2865142"/>
            <a:ext cx="1143455" cy="1143455"/>
          </a:xfrm>
          <a:prstGeom prst="rect">
            <a:avLst/>
          </a:prstGeom>
        </p:spPr>
      </p:pic>
      <p:sp>
        <p:nvSpPr>
          <p:cNvPr id="26627" name="Slide Number Placeholder 1">
            <a:extLst>
              <a:ext uri="{FF2B5EF4-FFF2-40B4-BE49-F238E27FC236}">
                <a16:creationId xmlns:a16="http://schemas.microsoft.com/office/drawing/2014/main" id="{216F69B7-262F-7B19-22F3-E150711F1404}"/>
              </a:ext>
            </a:extLst>
          </p:cNvPr>
          <p:cNvSpPr>
            <a:spLocks noGrp="1"/>
          </p:cNvSpPr>
          <p:nvPr>
            <p:ph type="sldNum" sz="quarter" idx="12"/>
          </p:nvPr>
        </p:nvSpPr>
        <p:spPr>
          <a:xfrm>
            <a:off x="9100075" y="6415760"/>
            <a:ext cx="759278" cy="273844"/>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lvl1pPr>
              <a:spcBef>
                <a:spcPct val="20000"/>
              </a:spcBef>
              <a:buChar char="•"/>
              <a:defRPr b="1">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b="1">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b="1">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b="1">
                <a:solidFill>
                  <a:schemeClr val="tx1"/>
                </a:solidFill>
                <a:latin typeface="Arial" panose="020B0604020202020204" pitchFamily="34" charset="0"/>
                <a:ea typeface="ＭＳ Ｐゴシック" panose="020B0600070205080204" pitchFamily="34" charset="-128"/>
              </a:defRPr>
            </a:lvl9pPr>
          </a:lstStyle>
          <a:p>
            <a:pPr>
              <a:spcBef>
                <a:spcPct val="0"/>
              </a:spcBef>
              <a:spcAft>
                <a:spcPts val="600"/>
              </a:spcAft>
              <a:buNone/>
            </a:pPr>
            <a:fld id="{2ADF2E32-AF2C-4BD6-A92A-0C2FD06272D1}" type="slidenum">
              <a:rPr lang="en-US" altLang="en-US" sz="920" b="0">
                <a:solidFill>
                  <a:srgbClr val="FFFFFF"/>
                </a:solidFill>
              </a:rPr>
              <a:pPr>
                <a:spcBef>
                  <a:spcPct val="0"/>
                </a:spcBef>
                <a:spcAft>
                  <a:spcPts val="600"/>
                </a:spcAft>
                <a:buNone/>
              </a:pPr>
              <a:t>14</a:t>
            </a:fld>
            <a:endParaRPr lang="en-US" altLang="en-US" sz="920" b="0">
              <a:solidFill>
                <a:srgbClr val="FFFFFF"/>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4578">
                                            <p:txEl>
                                              <p:pRg st="6" end="6"/>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24578">
                                            <p:txEl>
                                              <p:pRg st="7" end="7"/>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4578">
                                            <p:txEl>
                                              <p:pRg st="8" end="8"/>
                                            </p:txEl>
                                          </p:spTgt>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0"/>
                                          </p:stCondLst>
                                        </p:cTn>
                                        <p:tgtEl>
                                          <p:spTgt spid="24578">
                                            <p:txEl>
                                              <p:pRg st="9" end="9"/>
                                            </p:txEl>
                                          </p:spTgt>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nodeType="clickEffect">
                                  <p:stCondLst>
                                    <p:cond delay="0"/>
                                  </p:stCondLst>
                                  <p:childTnLst>
                                    <p:set>
                                      <p:cBhvr>
                                        <p:cTn id="20" dur="1" fill="hold">
                                          <p:stCondLst>
                                            <p:cond delay="0"/>
                                          </p:stCondLst>
                                        </p:cTn>
                                        <p:tgtEl>
                                          <p:spTgt spid="24578">
                                            <p:txEl>
                                              <p:pRg st="10" end="10"/>
                                            </p:txEl>
                                          </p:spTgt>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nodeType="clickEffect">
                                  <p:stCondLst>
                                    <p:cond delay="0"/>
                                  </p:stCondLst>
                                  <p:childTnLst>
                                    <p:set>
                                      <p:cBhvr>
                                        <p:cTn id="24" dur="1" fill="hold">
                                          <p:stCondLst>
                                            <p:cond delay="0"/>
                                          </p:stCondLst>
                                        </p:cTn>
                                        <p:tgtEl>
                                          <p:spTgt spid="24578">
                                            <p:txEl>
                                              <p:pRg st="11" end="11"/>
                                            </p:txEl>
                                          </p:spTgt>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ntr" presetSubtype="0" fill="hold" nodeType="clickEffect">
                                  <p:stCondLst>
                                    <p:cond delay="0"/>
                                  </p:stCondLst>
                                  <p:childTnLst>
                                    <p:set>
                                      <p:cBhvr>
                                        <p:cTn id="28" dur="1" fill="hold">
                                          <p:stCondLst>
                                            <p:cond delay="0"/>
                                          </p:stCondLst>
                                        </p:cTn>
                                        <p:tgtEl>
                                          <p:spTgt spid="24578">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2">
            <a:extLst>
              <a:ext uri="{FF2B5EF4-FFF2-40B4-BE49-F238E27FC236}">
                <a16:creationId xmlns:a16="http://schemas.microsoft.com/office/drawing/2014/main" id="{563F8ABD-1C69-747E-546E-A5AE56DC07D0}"/>
              </a:ext>
            </a:extLst>
          </p:cNvPr>
          <p:cNvSpPr>
            <a:spLocks noGrp="1" noChangeArrowheads="1"/>
          </p:cNvSpPr>
          <p:nvPr>
            <p:ph type="title"/>
          </p:nvPr>
        </p:nvSpPr>
        <p:spPr/>
        <p:txBody>
          <a:bodyPr/>
          <a:lstStyle/>
          <a:p>
            <a:r>
              <a:rPr lang="en-US" altLang="en-US">
                <a:ea typeface="ＭＳ Ｐゴシック" panose="020B0600070205080204" pitchFamily="34" charset="-128"/>
              </a:rPr>
              <a:t>React Components.</a:t>
            </a:r>
            <a:endParaRPr lang="en-US" altLang="en-US">
              <a:solidFill>
                <a:srgbClr val="990000"/>
              </a:solidFill>
              <a:ea typeface="ＭＳ Ｐゴシック" panose="020B0600070205080204" pitchFamily="34" charset="-128"/>
            </a:endParaRPr>
          </a:p>
        </p:txBody>
      </p:sp>
      <p:sp>
        <p:nvSpPr>
          <p:cNvPr id="26626" name="Rectangle 3">
            <a:extLst>
              <a:ext uri="{FF2B5EF4-FFF2-40B4-BE49-F238E27FC236}">
                <a16:creationId xmlns:a16="http://schemas.microsoft.com/office/drawing/2014/main" id="{FE1DFF3E-3F05-3EB7-281B-827663C50E73}"/>
              </a:ext>
            </a:extLst>
          </p:cNvPr>
          <p:cNvSpPr>
            <a:spLocks noGrp="1" noChangeArrowheads="1"/>
          </p:cNvSpPr>
          <p:nvPr>
            <p:ph type="body" idx="1"/>
          </p:nvPr>
        </p:nvSpPr>
        <p:spPr>
          <a:xfrm>
            <a:off x="1981200" y="1371600"/>
            <a:ext cx="8229600" cy="4724400"/>
          </a:xfrm>
        </p:spPr>
        <p:txBody>
          <a:bodyPr/>
          <a:lstStyle/>
          <a:p>
            <a:pPr>
              <a:defRPr/>
            </a:pPr>
            <a:r>
              <a:rPr lang="en-US" altLang="en-US" sz="2000" dirty="0">
                <a:ea typeface="ＭＳ Ｐゴシック" panose="020B0600070205080204" pitchFamily="34" charset="-128"/>
              </a:rPr>
              <a:t>We develop COMPONENTS.</a:t>
            </a:r>
          </a:p>
          <a:p>
            <a:pPr lvl="1">
              <a:defRPr/>
            </a:pPr>
            <a:r>
              <a:rPr lang="en-US" altLang="en-US" sz="2000" b="0" dirty="0">
                <a:ea typeface="ＭＳ Ｐゴシック" panose="020B0600070205080204" pitchFamily="34" charset="-128"/>
              </a:rPr>
              <a:t>A</a:t>
            </a:r>
            <a:r>
              <a:rPr lang="en-US" altLang="en-US" sz="2000" dirty="0">
                <a:ea typeface="ＭＳ Ｐゴシック" panose="020B0600070205080204" pitchFamily="34" charset="-128"/>
              </a:rPr>
              <a:t> </a:t>
            </a:r>
            <a:r>
              <a:rPr lang="en-US" altLang="en-US" sz="2000" b="0" dirty="0">
                <a:ea typeface="ＭＳ Ｐゴシック" panose="020B0600070205080204" pitchFamily="34" charset="-128"/>
              </a:rPr>
              <a:t>TS</a:t>
            </a:r>
            <a:r>
              <a:rPr lang="en-US" altLang="en-US" sz="2000" dirty="0">
                <a:ea typeface="ＭＳ Ｐゴシック" panose="020B0600070205080204" pitchFamily="34" charset="-128"/>
              </a:rPr>
              <a:t> </a:t>
            </a:r>
            <a:r>
              <a:rPr lang="en-US" altLang="en-US" sz="2000" b="0" dirty="0">
                <a:ea typeface="ＭＳ Ｐゴシック" panose="020B0600070205080204" pitchFamily="34" charset="-128"/>
              </a:rPr>
              <a:t>function that returns a UI description, i.e. TSX</a:t>
            </a:r>
            <a:r>
              <a:rPr lang="en-US" altLang="en-US" sz="2000" dirty="0">
                <a:ea typeface="ＭＳ Ｐゴシック" panose="020B0600070205080204" pitchFamily="34" charset="-128"/>
              </a:rPr>
              <a:t>.</a:t>
            </a:r>
          </a:p>
          <a:p>
            <a:pPr>
              <a:defRPr/>
            </a:pPr>
            <a:endParaRPr lang="en-US" altLang="en-US" sz="2000" dirty="0">
              <a:ea typeface="ＭＳ Ｐゴシック" panose="020B0600070205080204" pitchFamily="34" charset="-128"/>
            </a:endParaRPr>
          </a:p>
          <a:p>
            <a:pPr>
              <a:defRPr/>
            </a:pPr>
            <a:r>
              <a:rPr lang="en-US" altLang="en-US" sz="2000" dirty="0">
                <a:ea typeface="ＭＳ Ｐゴシック" panose="020B0600070205080204" pitchFamily="34" charset="-128"/>
              </a:rPr>
              <a:t>We reference a component like a </a:t>
            </a:r>
            <a:r>
              <a:rPr lang="en-US" altLang="en-US" sz="2000" u="sng" dirty="0">
                <a:ea typeface="ＭＳ Ｐゴシック" panose="020B0600070205080204" pitchFamily="34" charset="-128"/>
              </a:rPr>
              <a:t>HTML tag.</a:t>
            </a:r>
            <a:endParaRPr lang="en-US" altLang="en-US" sz="2000" dirty="0">
              <a:ea typeface="ＭＳ Ｐゴシック" panose="020B0600070205080204" pitchFamily="34" charset="-128"/>
            </a:endParaRPr>
          </a:p>
          <a:p>
            <a:pPr marL="457200" lvl="1" indent="0">
              <a:buNone/>
              <a:defRPr/>
            </a:pPr>
            <a:r>
              <a:rPr lang="en-US" altLang="en-US" sz="2000" dirty="0">
                <a:ea typeface="ＭＳ Ｐゴシック" panose="020B0600070205080204" pitchFamily="34" charset="-128"/>
              </a:rPr>
              <a:t>e.g. </a:t>
            </a:r>
            <a:br>
              <a:rPr lang="en-US" altLang="en-US" sz="2000" dirty="0">
                <a:ea typeface="ＭＳ Ｐゴシック" panose="020B0600070205080204" pitchFamily="34" charset="-128"/>
              </a:rPr>
            </a:br>
            <a:endParaRPr lang="en-US" altLang="en-US" sz="2000" b="0" dirty="0">
              <a:ea typeface="ＭＳ Ｐゴシック" panose="020B0600070205080204" pitchFamily="34" charset="-128"/>
            </a:endParaRPr>
          </a:p>
          <a:p>
            <a:pPr marL="0" indent="0">
              <a:buNone/>
              <a:defRPr/>
            </a:pPr>
            <a:r>
              <a:rPr lang="en-IE" sz="2000" b="0" dirty="0"/>
              <a:t>   </a:t>
            </a:r>
            <a:r>
              <a:rPr lang="en-IE" sz="2000" b="0" dirty="0" err="1"/>
              <a:t>const</a:t>
            </a:r>
            <a:r>
              <a:rPr lang="en-IE" sz="2000" b="0" dirty="0"/>
              <a:t> </a:t>
            </a:r>
            <a:r>
              <a:rPr lang="en-IE" sz="2000" b="0" dirty="0" err="1"/>
              <a:t>rootElement</a:t>
            </a:r>
            <a:r>
              <a:rPr lang="en-IE" sz="2000" b="0" dirty="0"/>
              <a:t> = </a:t>
            </a:r>
          </a:p>
          <a:p>
            <a:pPr marL="0" indent="0">
              <a:buNone/>
              <a:defRPr/>
            </a:pPr>
            <a:r>
              <a:rPr lang="en-IE" sz="2000" b="0" dirty="0"/>
              <a:t>        </a:t>
            </a:r>
            <a:r>
              <a:rPr lang="en-IE" sz="2000" b="0" dirty="0" err="1"/>
              <a:t>ReactDOM.createRoot</a:t>
            </a:r>
            <a:r>
              <a:rPr lang="en-IE" sz="2000" b="0" dirty="0"/>
              <a:t>(</a:t>
            </a:r>
            <a:r>
              <a:rPr lang="en-IE" sz="2000" b="0" dirty="0" err="1"/>
              <a:t>document.getElementById</a:t>
            </a:r>
            <a:r>
              <a:rPr lang="en-IE" sz="2000" b="0" dirty="0"/>
              <a:t>("mount-point"));</a:t>
            </a:r>
          </a:p>
          <a:p>
            <a:pPr marL="0" indent="0">
              <a:buNone/>
              <a:defRPr/>
            </a:pPr>
            <a:r>
              <a:rPr lang="en-IE" sz="2000" b="0" dirty="0"/>
              <a:t>   </a:t>
            </a:r>
            <a:r>
              <a:rPr lang="en-IE" sz="2000" b="0" dirty="0" err="1"/>
              <a:t>rootElement.render</a:t>
            </a:r>
            <a:r>
              <a:rPr lang="en-IE" sz="2000" dirty="0"/>
              <a:t>( &lt;</a:t>
            </a:r>
            <a:r>
              <a:rPr lang="en-IE" sz="2000" dirty="0" err="1"/>
              <a:t>DynamicLanguages</a:t>
            </a:r>
            <a:r>
              <a:rPr lang="en-IE" sz="2000" dirty="0"/>
              <a:t>/&gt; );</a:t>
            </a:r>
          </a:p>
          <a:p>
            <a:pPr marL="0" indent="0">
              <a:buNone/>
              <a:defRPr/>
            </a:pPr>
            <a:endParaRPr lang="en-IE" sz="2000" b="0" dirty="0"/>
          </a:p>
          <a:p>
            <a:pPr>
              <a:defRPr/>
            </a:pPr>
            <a:endParaRPr lang="en-US" altLang="en-US" sz="2000" dirty="0">
              <a:ea typeface="ＭＳ Ｐゴシック" panose="020B0600070205080204" pitchFamily="34" charset="-128"/>
            </a:endParaRPr>
          </a:p>
          <a:p>
            <a:pPr>
              <a:defRPr/>
            </a:pPr>
            <a:r>
              <a:rPr lang="en-US" altLang="en-US" sz="2000" dirty="0">
                <a:ea typeface="ＭＳ Ｐゴシック" panose="020B0600070205080204" pitchFamily="34" charset="-128"/>
              </a:rPr>
              <a:t>Reference </a:t>
            </a:r>
            <a:r>
              <a:rPr lang="en-US" altLang="en-US" sz="2000" b="0" dirty="0">
                <a:ea typeface="ＭＳ Ｐゴシック" panose="020B0600070205080204" pitchFamily="34" charset="-128"/>
              </a:rPr>
              <a:t>05-simpleComponent.html</a:t>
            </a:r>
          </a:p>
        </p:txBody>
      </p:sp>
      <p:sp>
        <p:nvSpPr>
          <p:cNvPr id="28675" name="Slide Number Placeholder 1">
            <a:extLst>
              <a:ext uri="{FF2B5EF4-FFF2-40B4-BE49-F238E27FC236}">
                <a16:creationId xmlns:a16="http://schemas.microsoft.com/office/drawing/2014/main" id="{7A51B9EA-93FA-0E7B-0DF1-778B29CF326A}"/>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b="1">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b="1">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b="1">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b="1">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fld id="{174B6CB2-E0B5-4F44-8340-AE0468E9CA2A}" type="slidenum">
              <a:rPr lang="en-US" altLang="en-US" b="0" smtClean="0"/>
              <a:pPr>
                <a:spcBef>
                  <a:spcPct val="0"/>
                </a:spcBef>
                <a:buFontTx/>
                <a:buNone/>
              </a:pPr>
              <a:t>15</a:t>
            </a:fld>
            <a:endParaRPr lang="en-US" altLang="en-US" b="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6626">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6626">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6626">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6626">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6626">
                                            <p:txEl>
                                              <p:pRg st="7" end="7"/>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26626">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0</TotalTime>
  <Words>1471</Words>
  <Application>Microsoft Office PowerPoint</Application>
  <PresentationFormat>Widescreen</PresentationFormat>
  <Paragraphs>188</Paragraphs>
  <Slides>15</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ＭＳ Ｐゴシック</vt:lpstr>
      <vt:lpstr>Arial</vt:lpstr>
      <vt:lpstr>Segoe WPC</vt:lpstr>
      <vt:lpstr>Söhne</vt:lpstr>
      <vt:lpstr>Default Design</vt:lpstr>
      <vt:lpstr>PowerPoint Presentation</vt:lpstr>
      <vt:lpstr>Agenda</vt:lpstr>
      <vt:lpstr>React</vt:lpstr>
      <vt:lpstr>Why React?</vt:lpstr>
      <vt:lpstr>Before React</vt:lpstr>
      <vt:lpstr>React Components</vt:lpstr>
      <vt:lpstr>PowerPoint Presentation</vt:lpstr>
      <vt:lpstr>In-Class Code Demos. (See lecture archive)</vt:lpstr>
      <vt:lpstr>Creating the UI Description. (Vanilla React)</vt:lpstr>
      <vt:lpstr>UI Description Implementation (the imperative way)</vt:lpstr>
      <vt:lpstr>UI description implementation (the declarative way)</vt:lpstr>
      <vt:lpstr>REPL (Read-Evaluate-Print-Loop) transpiler.</vt:lpstr>
      <vt:lpstr>TSX(TypeScript XML)</vt:lpstr>
      <vt:lpstr>TSX Transpiling </vt:lpstr>
      <vt:lpstr>React Components.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Frank Walsh</cp:lastModifiedBy>
  <cp:revision>154</cp:revision>
  <cp:lastPrinted>2020-10-14T07:09:56Z</cp:lastPrinted>
  <dcterms:created xsi:type="dcterms:W3CDTF">2019-05-23T14:49:22Z</dcterms:created>
  <dcterms:modified xsi:type="dcterms:W3CDTF">2026-03-11T16:06:38Z</dcterms:modified>
</cp:coreProperties>
</file>